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  <p:sldMasterId id="2147483660" r:id="rId6"/>
    <p:sldMasterId id="2147483672" r:id="rId7"/>
    <p:sldMasterId id="2147483684" r:id="rId8"/>
    <p:sldMasterId id="2147483695" r:id="rId9"/>
  </p:sldMasterIdLst>
  <p:notesMasterIdLst>
    <p:notesMasterId r:id="rId16"/>
  </p:notesMasterIdLst>
  <p:sldIdLst>
    <p:sldId id="270" r:id="rId10"/>
    <p:sldId id="298" r:id="rId11"/>
    <p:sldId id="295" r:id="rId12"/>
    <p:sldId id="296" r:id="rId13"/>
    <p:sldId id="297" r:id="rId14"/>
    <p:sldId id="29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8">
          <p15:clr>
            <a:srgbClr val="A4A3A4"/>
          </p15:clr>
        </p15:guide>
        <p15:guide id="2" pos="683">
          <p15:clr>
            <a:srgbClr val="A4A3A4"/>
          </p15:clr>
        </p15:guide>
        <p15:guide id="3" pos="408">
          <p15:clr>
            <a:srgbClr val="A4A3A4"/>
          </p15:clr>
        </p15:guide>
        <p15:guide id="4" pos="768">
          <p15:clr>
            <a:srgbClr val="A4A3A4"/>
          </p15:clr>
        </p15:guide>
        <p15:guide id="5" pos="359">
          <p15:clr>
            <a:srgbClr val="A4A3A4"/>
          </p15:clr>
        </p15:guide>
        <p15:guide id="6" pos="3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9D2"/>
    <a:srgbClr val="FFFFFF"/>
    <a:srgbClr val="AFD779"/>
    <a:srgbClr val="FDFDFD"/>
    <a:srgbClr val="353536"/>
    <a:srgbClr val="2C2C2D"/>
    <a:srgbClr val="9C9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15" autoAdjust="0"/>
    <p:restoredTop sz="94660"/>
  </p:normalViewPr>
  <p:slideViewPr>
    <p:cSldViewPr showGuides="1">
      <p:cViewPr varScale="1">
        <p:scale>
          <a:sx n="126" d="100"/>
          <a:sy n="126" d="100"/>
        </p:scale>
        <p:origin x="1422" y="132"/>
      </p:cViewPr>
      <p:guideLst>
        <p:guide orient="horz" pos="4188"/>
        <p:guide pos="683"/>
        <p:guide pos="408"/>
        <p:guide pos="768"/>
        <p:guide pos="359"/>
        <p:guide pos="3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94715-5660-4BE4-9F85-0D6FA894AA10}" type="doc">
      <dgm:prSet loTypeId="urn:microsoft.com/office/officeart/2005/8/layout/cycle2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FF987F9-3819-4B6D-BAC4-87E82848163C}">
      <dgm:prSet phldrT="[Text]"/>
      <dgm:spPr/>
      <dgm:t>
        <a:bodyPr/>
        <a:lstStyle/>
        <a:p>
          <a:r>
            <a:rPr lang="en-GB" dirty="0"/>
            <a:t>Cultivation</a:t>
          </a:r>
        </a:p>
      </dgm:t>
    </dgm:pt>
    <dgm:pt modelId="{EDFC3A14-5BAB-4ABD-A31B-50661BC08005}" type="parTrans" cxnId="{104A4AE1-FBB7-442D-9286-E5BB3C2F3A81}">
      <dgm:prSet/>
      <dgm:spPr/>
      <dgm:t>
        <a:bodyPr/>
        <a:lstStyle/>
        <a:p>
          <a:endParaRPr lang="en-GB"/>
        </a:p>
      </dgm:t>
    </dgm:pt>
    <dgm:pt modelId="{626A96E4-4404-4FB2-BF4B-981248CFA6E6}" type="sibTrans" cxnId="{104A4AE1-FBB7-442D-9286-E5BB3C2F3A81}">
      <dgm:prSet/>
      <dgm:spPr/>
      <dgm:t>
        <a:bodyPr/>
        <a:lstStyle/>
        <a:p>
          <a:endParaRPr lang="en-GB"/>
        </a:p>
      </dgm:t>
    </dgm:pt>
    <dgm:pt modelId="{258BEF27-08DB-4E56-B6DD-53A871DF4AE1}">
      <dgm:prSet phldrT="[Text]"/>
      <dgm:spPr/>
      <dgm:t>
        <a:bodyPr/>
        <a:lstStyle/>
        <a:p>
          <a:r>
            <a:rPr lang="en-GB" dirty="0"/>
            <a:t>Harvest</a:t>
          </a:r>
        </a:p>
      </dgm:t>
    </dgm:pt>
    <dgm:pt modelId="{74C3394A-571E-48FB-B16F-427CD9CAAA48}" type="parTrans" cxnId="{EF3117A1-67BC-4AFC-97AD-9FF8B661A0C6}">
      <dgm:prSet/>
      <dgm:spPr/>
      <dgm:t>
        <a:bodyPr/>
        <a:lstStyle/>
        <a:p>
          <a:endParaRPr lang="en-GB"/>
        </a:p>
      </dgm:t>
    </dgm:pt>
    <dgm:pt modelId="{7A38B6A4-6E43-4179-8F20-67CB840F70BF}" type="sibTrans" cxnId="{EF3117A1-67BC-4AFC-97AD-9FF8B661A0C6}">
      <dgm:prSet/>
      <dgm:spPr/>
      <dgm:t>
        <a:bodyPr/>
        <a:lstStyle/>
        <a:p>
          <a:endParaRPr lang="en-GB"/>
        </a:p>
      </dgm:t>
    </dgm:pt>
    <dgm:pt modelId="{32EE36E2-035B-48D6-BD99-63B859D384E1}">
      <dgm:prSet phldrT="[Text]"/>
      <dgm:spPr/>
      <dgm:t>
        <a:bodyPr/>
        <a:lstStyle/>
        <a:p>
          <a:r>
            <a:rPr lang="en-GB" dirty="0"/>
            <a:t>Planting</a:t>
          </a:r>
        </a:p>
      </dgm:t>
    </dgm:pt>
    <dgm:pt modelId="{AE463949-9FD5-4D64-85BF-E258CBC645CD}" type="parTrans" cxnId="{B4932C3D-21DD-4967-A35C-0C4DE80E0A94}">
      <dgm:prSet/>
      <dgm:spPr/>
      <dgm:t>
        <a:bodyPr/>
        <a:lstStyle/>
        <a:p>
          <a:endParaRPr lang="en-GB"/>
        </a:p>
      </dgm:t>
    </dgm:pt>
    <dgm:pt modelId="{019B6460-9376-493E-A519-67BFA56B6157}" type="sibTrans" cxnId="{B4932C3D-21DD-4967-A35C-0C4DE80E0A94}">
      <dgm:prSet/>
      <dgm:spPr/>
      <dgm:t>
        <a:bodyPr/>
        <a:lstStyle/>
        <a:p>
          <a:endParaRPr lang="en-GB"/>
        </a:p>
      </dgm:t>
    </dgm:pt>
    <dgm:pt modelId="{35E055D2-2BED-4D78-ABB8-CAAFCC45FA3D}">
      <dgm:prSet phldrT="[Text]"/>
      <dgm:spPr/>
      <dgm:t>
        <a:bodyPr/>
        <a:lstStyle/>
        <a:p>
          <a:r>
            <a:rPr lang="en-GB" dirty="0"/>
            <a:t>Fertilizer</a:t>
          </a:r>
        </a:p>
      </dgm:t>
    </dgm:pt>
    <dgm:pt modelId="{D259EBCF-EA49-4A53-9429-B592248EA67B}" type="parTrans" cxnId="{948C1C1C-B46A-4A0F-8FBD-55753666270C}">
      <dgm:prSet/>
      <dgm:spPr/>
      <dgm:t>
        <a:bodyPr/>
        <a:lstStyle/>
        <a:p>
          <a:endParaRPr lang="en-GB"/>
        </a:p>
      </dgm:t>
    </dgm:pt>
    <dgm:pt modelId="{42661672-370C-4807-A1B4-26C88E2E844C}" type="sibTrans" cxnId="{948C1C1C-B46A-4A0F-8FBD-55753666270C}">
      <dgm:prSet/>
      <dgm:spPr/>
      <dgm:t>
        <a:bodyPr/>
        <a:lstStyle/>
        <a:p>
          <a:endParaRPr lang="en-GB"/>
        </a:p>
      </dgm:t>
    </dgm:pt>
    <dgm:pt modelId="{E6AF8157-5AD1-4BA8-8281-EEFA6BB439FE}">
      <dgm:prSet phldrT="[Text]"/>
      <dgm:spPr/>
      <dgm:t>
        <a:bodyPr/>
        <a:lstStyle/>
        <a:p>
          <a:r>
            <a:rPr lang="en-GB" dirty="0"/>
            <a:t>Ag </a:t>
          </a:r>
          <a:r>
            <a:rPr lang="en-GB" dirty="0" err="1"/>
            <a:t>Chem</a:t>
          </a:r>
          <a:r>
            <a:rPr lang="en-GB" dirty="0"/>
            <a:t> Spraying</a:t>
          </a:r>
        </a:p>
      </dgm:t>
    </dgm:pt>
    <dgm:pt modelId="{A4264FD7-F689-4563-8C75-EFB2B9AA3BEB}" type="parTrans" cxnId="{4401A10B-A1B5-4650-9F62-8CC9A0FF0068}">
      <dgm:prSet/>
      <dgm:spPr/>
      <dgm:t>
        <a:bodyPr/>
        <a:lstStyle/>
        <a:p>
          <a:endParaRPr lang="en-GB"/>
        </a:p>
      </dgm:t>
    </dgm:pt>
    <dgm:pt modelId="{2BECC8E9-0CF4-4506-8504-02BA125363E4}" type="sibTrans" cxnId="{4401A10B-A1B5-4650-9F62-8CC9A0FF0068}">
      <dgm:prSet/>
      <dgm:spPr/>
      <dgm:t>
        <a:bodyPr/>
        <a:lstStyle/>
        <a:p>
          <a:endParaRPr lang="en-GB"/>
        </a:p>
      </dgm:t>
    </dgm:pt>
    <dgm:pt modelId="{E22CA3F3-1AEE-4ED9-9519-6D6F515F58C6}" type="pres">
      <dgm:prSet presAssocID="{7DD94715-5660-4BE4-9F85-0D6FA894AA10}" presName="cycle" presStyleCnt="0">
        <dgm:presLayoutVars>
          <dgm:dir/>
          <dgm:resizeHandles val="exact"/>
        </dgm:presLayoutVars>
      </dgm:prSet>
      <dgm:spPr/>
    </dgm:pt>
    <dgm:pt modelId="{88267CEE-6E13-468B-9DDA-A8CD2EAD99C5}" type="pres">
      <dgm:prSet presAssocID="{BFF987F9-3819-4B6D-BAC4-87E82848163C}" presName="node" presStyleLbl="node1" presStyleIdx="0" presStyleCnt="5" custRadScaleRad="100075" custRadScaleInc="1970">
        <dgm:presLayoutVars>
          <dgm:bulletEnabled val="1"/>
        </dgm:presLayoutVars>
      </dgm:prSet>
      <dgm:spPr/>
    </dgm:pt>
    <dgm:pt modelId="{4E431CCF-5A03-4C85-BCBC-2111722A7835}" type="pres">
      <dgm:prSet presAssocID="{626A96E4-4404-4FB2-BF4B-981248CFA6E6}" presName="sibTrans" presStyleLbl="sibTrans2D1" presStyleIdx="0" presStyleCnt="5"/>
      <dgm:spPr/>
    </dgm:pt>
    <dgm:pt modelId="{FF064CEB-4459-4AAF-9BB1-06ACF1B09C5E}" type="pres">
      <dgm:prSet presAssocID="{626A96E4-4404-4FB2-BF4B-981248CFA6E6}" presName="connectorText" presStyleLbl="sibTrans2D1" presStyleIdx="0" presStyleCnt="5"/>
      <dgm:spPr/>
    </dgm:pt>
    <dgm:pt modelId="{66809B43-2E31-434E-A5BF-98850B199D7E}" type="pres">
      <dgm:prSet presAssocID="{32EE36E2-035B-48D6-BD99-63B859D384E1}" presName="node" presStyleLbl="node1" presStyleIdx="1" presStyleCnt="5">
        <dgm:presLayoutVars>
          <dgm:bulletEnabled val="1"/>
        </dgm:presLayoutVars>
      </dgm:prSet>
      <dgm:spPr/>
    </dgm:pt>
    <dgm:pt modelId="{99FE16D1-200E-499C-BE32-7CB9EFB33D92}" type="pres">
      <dgm:prSet presAssocID="{019B6460-9376-493E-A519-67BFA56B6157}" presName="sibTrans" presStyleLbl="sibTrans2D1" presStyleIdx="1" presStyleCnt="5"/>
      <dgm:spPr/>
    </dgm:pt>
    <dgm:pt modelId="{53476152-A782-4AE0-961E-8A359D6EB364}" type="pres">
      <dgm:prSet presAssocID="{019B6460-9376-493E-A519-67BFA56B6157}" presName="connectorText" presStyleLbl="sibTrans2D1" presStyleIdx="1" presStyleCnt="5"/>
      <dgm:spPr/>
    </dgm:pt>
    <dgm:pt modelId="{0BABAFE1-DE12-4A9F-86C8-6A3C29640166}" type="pres">
      <dgm:prSet presAssocID="{35E055D2-2BED-4D78-ABB8-CAAFCC45FA3D}" presName="node" presStyleLbl="node1" presStyleIdx="2" presStyleCnt="5">
        <dgm:presLayoutVars>
          <dgm:bulletEnabled val="1"/>
        </dgm:presLayoutVars>
      </dgm:prSet>
      <dgm:spPr/>
    </dgm:pt>
    <dgm:pt modelId="{469B7384-9002-44E1-AEDB-D9C0E917219F}" type="pres">
      <dgm:prSet presAssocID="{42661672-370C-4807-A1B4-26C88E2E844C}" presName="sibTrans" presStyleLbl="sibTrans2D1" presStyleIdx="2" presStyleCnt="5"/>
      <dgm:spPr/>
    </dgm:pt>
    <dgm:pt modelId="{F4AF983A-8799-4E1E-B10F-D8F062066163}" type="pres">
      <dgm:prSet presAssocID="{42661672-370C-4807-A1B4-26C88E2E844C}" presName="connectorText" presStyleLbl="sibTrans2D1" presStyleIdx="2" presStyleCnt="5"/>
      <dgm:spPr/>
    </dgm:pt>
    <dgm:pt modelId="{1F7F454A-4739-474C-A41D-991269AB51AF}" type="pres">
      <dgm:prSet presAssocID="{E6AF8157-5AD1-4BA8-8281-EEFA6BB439FE}" presName="node" presStyleLbl="node1" presStyleIdx="3" presStyleCnt="5">
        <dgm:presLayoutVars>
          <dgm:bulletEnabled val="1"/>
        </dgm:presLayoutVars>
      </dgm:prSet>
      <dgm:spPr/>
    </dgm:pt>
    <dgm:pt modelId="{38E3AF1D-1217-4D84-A103-A602BC781187}" type="pres">
      <dgm:prSet presAssocID="{2BECC8E9-0CF4-4506-8504-02BA125363E4}" presName="sibTrans" presStyleLbl="sibTrans2D1" presStyleIdx="3" presStyleCnt="5"/>
      <dgm:spPr/>
    </dgm:pt>
    <dgm:pt modelId="{00C31168-3632-4D38-93D6-DAC57A711A83}" type="pres">
      <dgm:prSet presAssocID="{2BECC8E9-0CF4-4506-8504-02BA125363E4}" presName="connectorText" presStyleLbl="sibTrans2D1" presStyleIdx="3" presStyleCnt="5"/>
      <dgm:spPr/>
    </dgm:pt>
    <dgm:pt modelId="{35C1A6F6-C38E-4D30-A21B-D4B570C7718E}" type="pres">
      <dgm:prSet presAssocID="{258BEF27-08DB-4E56-B6DD-53A871DF4AE1}" presName="node" presStyleLbl="node1" presStyleIdx="4" presStyleCnt="5">
        <dgm:presLayoutVars>
          <dgm:bulletEnabled val="1"/>
        </dgm:presLayoutVars>
      </dgm:prSet>
      <dgm:spPr/>
    </dgm:pt>
    <dgm:pt modelId="{CEF8EBB3-4398-455E-99B0-39E333F5CCA6}" type="pres">
      <dgm:prSet presAssocID="{7A38B6A4-6E43-4179-8F20-67CB840F70BF}" presName="sibTrans" presStyleLbl="sibTrans2D1" presStyleIdx="4" presStyleCnt="5"/>
      <dgm:spPr/>
    </dgm:pt>
    <dgm:pt modelId="{29D0546A-71A6-4F9F-8EFE-595F3AF9A0CF}" type="pres">
      <dgm:prSet presAssocID="{7A38B6A4-6E43-4179-8F20-67CB840F70BF}" presName="connectorText" presStyleLbl="sibTrans2D1" presStyleIdx="4" presStyleCnt="5"/>
      <dgm:spPr/>
    </dgm:pt>
  </dgm:ptLst>
  <dgm:cxnLst>
    <dgm:cxn modelId="{6543C006-A694-4DE9-9544-92596E2DD188}" type="presOf" srcId="{2BECC8E9-0CF4-4506-8504-02BA125363E4}" destId="{38E3AF1D-1217-4D84-A103-A602BC781187}" srcOrd="0" destOrd="0" presId="urn:microsoft.com/office/officeart/2005/8/layout/cycle2"/>
    <dgm:cxn modelId="{4401A10B-A1B5-4650-9F62-8CC9A0FF0068}" srcId="{7DD94715-5660-4BE4-9F85-0D6FA894AA10}" destId="{E6AF8157-5AD1-4BA8-8281-EEFA6BB439FE}" srcOrd="3" destOrd="0" parTransId="{A4264FD7-F689-4563-8C75-EFB2B9AA3BEB}" sibTransId="{2BECC8E9-0CF4-4506-8504-02BA125363E4}"/>
    <dgm:cxn modelId="{948C1C1C-B46A-4A0F-8FBD-55753666270C}" srcId="{7DD94715-5660-4BE4-9F85-0D6FA894AA10}" destId="{35E055D2-2BED-4D78-ABB8-CAAFCC45FA3D}" srcOrd="2" destOrd="0" parTransId="{D259EBCF-EA49-4A53-9429-B592248EA67B}" sibTransId="{42661672-370C-4807-A1B4-26C88E2E844C}"/>
    <dgm:cxn modelId="{CFCE021E-7E9A-4275-9B30-97852F0FAA83}" type="presOf" srcId="{42661672-370C-4807-A1B4-26C88E2E844C}" destId="{469B7384-9002-44E1-AEDB-D9C0E917219F}" srcOrd="0" destOrd="0" presId="urn:microsoft.com/office/officeart/2005/8/layout/cycle2"/>
    <dgm:cxn modelId="{2B9C1420-9649-4011-A788-8BF8A042A9F4}" type="presOf" srcId="{7A38B6A4-6E43-4179-8F20-67CB840F70BF}" destId="{CEF8EBB3-4398-455E-99B0-39E333F5CCA6}" srcOrd="0" destOrd="0" presId="urn:microsoft.com/office/officeart/2005/8/layout/cycle2"/>
    <dgm:cxn modelId="{0B849526-DFBE-4AEC-AFA9-0DCED3DAF800}" type="presOf" srcId="{32EE36E2-035B-48D6-BD99-63B859D384E1}" destId="{66809B43-2E31-434E-A5BF-98850B199D7E}" srcOrd="0" destOrd="0" presId="urn:microsoft.com/office/officeart/2005/8/layout/cycle2"/>
    <dgm:cxn modelId="{5510E029-02A1-447A-A629-AD557B29D285}" type="presOf" srcId="{35E055D2-2BED-4D78-ABB8-CAAFCC45FA3D}" destId="{0BABAFE1-DE12-4A9F-86C8-6A3C29640166}" srcOrd="0" destOrd="0" presId="urn:microsoft.com/office/officeart/2005/8/layout/cycle2"/>
    <dgm:cxn modelId="{B4932C3D-21DD-4967-A35C-0C4DE80E0A94}" srcId="{7DD94715-5660-4BE4-9F85-0D6FA894AA10}" destId="{32EE36E2-035B-48D6-BD99-63B859D384E1}" srcOrd="1" destOrd="0" parTransId="{AE463949-9FD5-4D64-85BF-E258CBC645CD}" sibTransId="{019B6460-9376-493E-A519-67BFA56B6157}"/>
    <dgm:cxn modelId="{B09C875C-EB3D-4D9F-A924-2EFC9DF2EF83}" type="presOf" srcId="{7A38B6A4-6E43-4179-8F20-67CB840F70BF}" destId="{29D0546A-71A6-4F9F-8EFE-595F3AF9A0CF}" srcOrd="1" destOrd="0" presId="urn:microsoft.com/office/officeart/2005/8/layout/cycle2"/>
    <dgm:cxn modelId="{261A8B5D-9ECA-47C2-97D6-914BA996A72B}" type="presOf" srcId="{42661672-370C-4807-A1B4-26C88E2E844C}" destId="{F4AF983A-8799-4E1E-B10F-D8F062066163}" srcOrd="1" destOrd="0" presId="urn:microsoft.com/office/officeart/2005/8/layout/cycle2"/>
    <dgm:cxn modelId="{1FA52C43-E4AE-4E02-B362-D42589D051CE}" type="presOf" srcId="{019B6460-9376-493E-A519-67BFA56B6157}" destId="{99FE16D1-200E-499C-BE32-7CB9EFB33D92}" srcOrd="0" destOrd="0" presId="urn:microsoft.com/office/officeart/2005/8/layout/cycle2"/>
    <dgm:cxn modelId="{E1FAF956-31B3-46CF-94E3-74803C6C46EA}" type="presOf" srcId="{258BEF27-08DB-4E56-B6DD-53A871DF4AE1}" destId="{35C1A6F6-C38E-4D30-A21B-D4B570C7718E}" srcOrd="0" destOrd="0" presId="urn:microsoft.com/office/officeart/2005/8/layout/cycle2"/>
    <dgm:cxn modelId="{F52A4D92-EBD4-4A61-9A0A-8A10F6C98394}" type="presOf" srcId="{019B6460-9376-493E-A519-67BFA56B6157}" destId="{53476152-A782-4AE0-961E-8A359D6EB364}" srcOrd="1" destOrd="0" presId="urn:microsoft.com/office/officeart/2005/8/layout/cycle2"/>
    <dgm:cxn modelId="{EF3117A1-67BC-4AFC-97AD-9FF8B661A0C6}" srcId="{7DD94715-5660-4BE4-9F85-0D6FA894AA10}" destId="{258BEF27-08DB-4E56-B6DD-53A871DF4AE1}" srcOrd="4" destOrd="0" parTransId="{74C3394A-571E-48FB-B16F-427CD9CAAA48}" sibTransId="{7A38B6A4-6E43-4179-8F20-67CB840F70BF}"/>
    <dgm:cxn modelId="{E026CEA6-C727-47C8-8C19-EDD8C5C4D905}" type="presOf" srcId="{626A96E4-4404-4FB2-BF4B-981248CFA6E6}" destId="{4E431CCF-5A03-4C85-BCBC-2111722A7835}" srcOrd="0" destOrd="0" presId="urn:microsoft.com/office/officeart/2005/8/layout/cycle2"/>
    <dgm:cxn modelId="{FAD2FEA7-C6F2-4125-9221-FE187A26DAA3}" type="presOf" srcId="{2BECC8E9-0CF4-4506-8504-02BA125363E4}" destId="{00C31168-3632-4D38-93D6-DAC57A711A83}" srcOrd="1" destOrd="0" presId="urn:microsoft.com/office/officeart/2005/8/layout/cycle2"/>
    <dgm:cxn modelId="{20D4F2AE-D500-48C5-928A-DCE20EFCC498}" type="presOf" srcId="{E6AF8157-5AD1-4BA8-8281-EEFA6BB439FE}" destId="{1F7F454A-4739-474C-A41D-991269AB51AF}" srcOrd="0" destOrd="0" presId="urn:microsoft.com/office/officeart/2005/8/layout/cycle2"/>
    <dgm:cxn modelId="{F6DCC1C0-85B9-4A20-8DB5-5C352A3AD6B2}" type="presOf" srcId="{7DD94715-5660-4BE4-9F85-0D6FA894AA10}" destId="{E22CA3F3-1AEE-4ED9-9519-6D6F515F58C6}" srcOrd="0" destOrd="0" presId="urn:microsoft.com/office/officeart/2005/8/layout/cycle2"/>
    <dgm:cxn modelId="{F4203AD4-0DB8-4CD2-8564-4D7550C636DC}" type="presOf" srcId="{BFF987F9-3819-4B6D-BAC4-87E82848163C}" destId="{88267CEE-6E13-468B-9DDA-A8CD2EAD99C5}" srcOrd="0" destOrd="0" presId="urn:microsoft.com/office/officeart/2005/8/layout/cycle2"/>
    <dgm:cxn modelId="{104A4AE1-FBB7-442D-9286-E5BB3C2F3A81}" srcId="{7DD94715-5660-4BE4-9F85-0D6FA894AA10}" destId="{BFF987F9-3819-4B6D-BAC4-87E82848163C}" srcOrd="0" destOrd="0" parTransId="{EDFC3A14-5BAB-4ABD-A31B-50661BC08005}" sibTransId="{626A96E4-4404-4FB2-BF4B-981248CFA6E6}"/>
    <dgm:cxn modelId="{9FC9FBE6-1CBA-403A-8208-2365D524832B}" type="presOf" srcId="{626A96E4-4404-4FB2-BF4B-981248CFA6E6}" destId="{FF064CEB-4459-4AAF-9BB1-06ACF1B09C5E}" srcOrd="1" destOrd="0" presId="urn:microsoft.com/office/officeart/2005/8/layout/cycle2"/>
    <dgm:cxn modelId="{ED31585F-1A04-4323-A345-A06D21E5AF89}" type="presParOf" srcId="{E22CA3F3-1AEE-4ED9-9519-6D6F515F58C6}" destId="{88267CEE-6E13-468B-9DDA-A8CD2EAD99C5}" srcOrd="0" destOrd="0" presId="urn:microsoft.com/office/officeart/2005/8/layout/cycle2"/>
    <dgm:cxn modelId="{132A31D7-BE9E-4B0F-85E8-404B04BD1B3E}" type="presParOf" srcId="{E22CA3F3-1AEE-4ED9-9519-6D6F515F58C6}" destId="{4E431CCF-5A03-4C85-BCBC-2111722A7835}" srcOrd="1" destOrd="0" presId="urn:microsoft.com/office/officeart/2005/8/layout/cycle2"/>
    <dgm:cxn modelId="{FAE68D5F-382D-49A5-A682-9A1E5DF72F74}" type="presParOf" srcId="{4E431CCF-5A03-4C85-BCBC-2111722A7835}" destId="{FF064CEB-4459-4AAF-9BB1-06ACF1B09C5E}" srcOrd="0" destOrd="0" presId="urn:microsoft.com/office/officeart/2005/8/layout/cycle2"/>
    <dgm:cxn modelId="{5D325119-2403-4B97-BEF8-B4D18E24CA2D}" type="presParOf" srcId="{E22CA3F3-1AEE-4ED9-9519-6D6F515F58C6}" destId="{66809B43-2E31-434E-A5BF-98850B199D7E}" srcOrd="2" destOrd="0" presId="urn:microsoft.com/office/officeart/2005/8/layout/cycle2"/>
    <dgm:cxn modelId="{54FFF536-76DB-42D5-BAAB-C7B20A9D9AD4}" type="presParOf" srcId="{E22CA3F3-1AEE-4ED9-9519-6D6F515F58C6}" destId="{99FE16D1-200E-499C-BE32-7CB9EFB33D92}" srcOrd="3" destOrd="0" presId="urn:microsoft.com/office/officeart/2005/8/layout/cycle2"/>
    <dgm:cxn modelId="{223EE1D4-7A3A-4CCF-BFC5-BC16F9F7E9F1}" type="presParOf" srcId="{99FE16D1-200E-499C-BE32-7CB9EFB33D92}" destId="{53476152-A782-4AE0-961E-8A359D6EB364}" srcOrd="0" destOrd="0" presId="urn:microsoft.com/office/officeart/2005/8/layout/cycle2"/>
    <dgm:cxn modelId="{F4F86E4E-621E-44B5-A45A-08F6ACBDC9BD}" type="presParOf" srcId="{E22CA3F3-1AEE-4ED9-9519-6D6F515F58C6}" destId="{0BABAFE1-DE12-4A9F-86C8-6A3C29640166}" srcOrd="4" destOrd="0" presId="urn:microsoft.com/office/officeart/2005/8/layout/cycle2"/>
    <dgm:cxn modelId="{DF32044A-ACF8-4453-8F25-BE1C5EE5AC3A}" type="presParOf" srcId="{E22CA3F3-1AEE-4ED9-9519-6D6F515F58C6}" destId="{469B7384-9002-44E1-AEDB-D9C0E917219F}" srcOrd="5" destOrd="0" presId="urn:microsoft.com/office/officeart/2005/8/layout/cycle2"/>
    <dgm:cxn modelId="{74A50D50-7826-4439-98F2-AAEA9D1C4293}" type="presParOf" srcId="{469B7384-9002-44E1-AEDB-D9C0E917219F}" destId="{F4AF983A-8799-4E1E-B10F-D8F062066163}" srcOrd="0" destOrd="0" presId="urn:microsoft.com/office/officeart/2005/8/layout/cycle2"/>
    <dgm:cxn modelId="{689A7BFD-3FBD-4837-AFD4-6C5E433EA1BE}" type="presParOf" srcId="{E22CA3F3-1AEE-4ED9-9519-6D6F515F58C6}" destId="{1F7F454A-4739-474C-A41D-991269AB51AF}" srcOrd="6" destOrd="0" presId="urn:microsoft.com/office/officeart/2005/8/layout/cycle2"/>
    <dgm:cxn modelId="{FDD2FC80-8DBF-4B92-A2F0-003726ABF150}" type="presParOf" srcId="{E22CA3F3-1AEE-4ED9-9519-6D6F515F58C6}" destId="{38E3AF1D-1217-4D84-A103-A602BC781187}" srcOrd="7" destOrd="0" presId="urn:microsoft.com/office/officeart/2005/8/layout/cycle2"/>
    <dgm:cxn modelId="{9A3A2F4B-AF9E-4F92-89A1-FE30BCA0536C}" type="presParOf" srcId="{38E3AF1D-1217-4D84-A103-A602BC781187}" destId="{00C31168-3632-4D38-93D6-DAC57A711A83}" srcOrd="0" destOrd="0" presId="urn:microsoft.com/office/officeart/2005/8/layout/cycle2"/>
    <dgm:cxn modelId="{07F7D53D-4F82-4EB7-9359-6EC398F866BB}" type="presParOf" srcId="{E22CA3F3-1AEE-4ED9-9519-6D6F515F58C6}" destId="{35C1A6F6-C38E-4D30-A21B-D4B570C7718E}" srcOrd="8" destOrd="0" presId="urn:microsoft.com/office/officeart/2005/8/layout/cycle2"/>
    <dgm:cxn modelId="{6C0C8656-1C1E-456E-93C8-1E1625DA65FE}" type="presParOf" srcId="{E22CA3F3-1AEE-4ED9-9519-6D6F515F58C6}" destId="{CEF8EBB3-4398-455E-99B0-39E333F5CCA6}" srcOrd="9" destOrd="0" presId="urn:microsoft.com/office/officeart/2005/8/layout/cycle2"/>
    <dgm:cxn modelId="{6BA2E65C-9DEC-47EA-87E7-05014B6FED07}" type="presParOf" srcId="{CEF8EBB3-4398-455E-99B0-39E333F5CCA6}" destId="{29D0546A-71A6-4F9F-8EFE-595F3AF9A0C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7DBDD6-AA05-4709-9C76-95BA1FE16547}" type="doc">
      <dgm:prSet loTypeId="urn:microsoft.com/office/officeart/2005/8/layout/hProcess10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017C59-52B9-47FB-AAFE-63B056845EC5}">
      <dgm:prSet phldrT="[Text]" custT="1"/>
      <dgm:spPr>
        <a:xfrm>
          <a:off x="258367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b="1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Input Provider</a:t>
          </a:r>
        </a:p>
      </dgm:t>
    </dgm:pt>
    <dgm:pt modelId="{754946E5-D1C3-433C-B007-8F279DDB813F}" type="parTrans" cxnId="{4A945873-59B4-4F0A-BC50-C59794CCCCFC}">
      <dgm:prSet/>
      <dgm:spPr/>
      <dgm:t>
        <a:bodyPr/>
        <a:lstStyle/>
        <a:p>
          <a:endParaRPr lang="en-US"/>
        </a:p>
      </dgm:t>
    </dgm:pt>
    <dgm:pt modelId="{48DC1F63-1B6C-4C21-9943-462B07A993A0}" type="sibTrans" cxnId="{4A945873-59B4-4F0A-BC50-C59794CCCCFC}">
      <dgm:prSet/>
      <dgm:spPr>
        <a:xfrm>
          <a:off x="1850978" y="2059591"/>
          <a:ext cx="297885" cy="371596"/>
        </a:xfrm>
        <a:solidFill>
          <a:schemeClr val="accent2"/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D5585649-E343-457E-9364-CCB11440D644}">
      <dgm:prSet phldrT="[Text]" custT="1"/>
      <dgm:spPr>
        <a:xfrm>
          <a:off x="258367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Seed</a:t>
          </a:r>
        </a:p>
      </dgm:t>
    </dgm:pt>
    <dgm:pt modelId="{7CABD873-076C-42DB-AD9D-BC5A6C91859B}" type="parTrans" cxnId="{3B6DA780-0FA7-4568-A244-038EA42A3A36}">
      <dgm:prSet/>
      <dgm:spPr/>
      <dgm:t>
        <a:bodyPr/>
        <a:lstStyle/>
        <a:p>
          <a:endParaRPr lang="en-US"/>
        </a:p>
      </dgm:t>
    </dgm:pt>
    <dgm:pt modelId="{922F4960-6991-497D-B596-559D54D93EA7}" type="sibTrans" cxnId="{3B6DA780-0FA7-4568-A244-038EA42A3A36}">
      <dgm:prSet/>
      <dgm:spPr/>
      <dgm:t>
        <a:bodyPr/>
        <a:lstStyle/>
        <a:p>
          <a:endParaRPr lang="en-US"/>
        </a:p>
      </dgm:t>
    </dgm:pt>
    <dgm:pt modelId="{26C85F89-C2BD-48C7-8A2A-E2E099BEE377}">
      <dgm:prSet phldrT="[Text]" custT="1"/>
      <dgm:spPr>
        <a:xfrm>
          <a:off x="258367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Fertilizer</a:t>
          </a:r>
        </a:p>
      </dgm:t>
    </dgm:pt>
    <dgm:pt modelId="{5F0C9EF6-BB1F-49DE-A60A-088C5DEE38C2}" type="parTrans" cxnId="{C8021869-086F-482B-9C32-0E205C704031}">
      <dgm:prSet/>
      <dgm:spPr/>
      <dgm:t>
        <a:bodyPr/>
        <a:lstStyle/>
        <a:p>
          <a:endParaRPr lang="en-US"/>
        </a:p>
      </dgm:t>
    </dgm:pt>
    <dgm:pt modelId="{117DDA04-D86B-4439-8CFD-8BAA6AD28625}" type="sibTrans" cxnId="{C8021869-086F-482B-9C32-0E205C704031}">
      <dgm:prSet/>
      <dgm:spPr/>
      <dgm:t>
        <a:bodyPr/>
        <a:lstStyle/>
        <a:p>
          <a:endParaRPr lang="en-US"/>
        </a:p>
      </dgm:t>
    </dgm:pt>
    <dgm:pt modelId="{34A00D13-26D7-4C5B-891C-81585F9ACD0E}">
      <dgm:prSet phldrT="[Text]" custT="1"/>
      <dgm:spPr>
        <a:xfrm>
          <a:off x="265594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b="1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Farmer</a:t>
          </a:r>
        </a:p>
      </dgm:t>
    </dgm:pt>
    <dgm:pt modelId="{29C67114-6A4F-498A-B200-650F3B9BE06E}" type="parTrans" cxnId="{24158AAC-60C2-4B0A-935A-4C8C8709BDD3}">
      <dgm:prSet/>
      <dgm:spPr/>
      <dgm:t>
        <a:bodyPr/>
        <a:lstStyle/>
        <a:p>
          <a:endParaRPr lang="en-US"/>
        </a:p>
      </dgm:t>
    </dgm:pt>
    <dgm:pt modelId="{A058837D-2BCE-4B6F-853F-9FB42F169937}" type="sibTrans" cxnId="{24158AAC-60C2-4B0A-935A-4C8C8709BDD3}">
      <dgm:prSet/>
      <dgm:spPr>
        <a:xfrm>
          <a:off x="4248557" y="2059591"/>
          <a:ext cx="297885" cy="371596"/>
        </a:xfrm>
        <a:solidFill>
          <a:schemeClr val="accent2"/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D7F40839-B5F4-4F00-BD26-15A0F02FAD80}">
      <dgm:prSet phldrT="[Text]" custT="1"/>
      <dgm:spPr>
        <a:xfrm>
          <a:off x="265594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Crops                          (Grain and Oilseed)</a:t>
          </a:r>
        </a:p>
      </dgm:t>
    </dgm:pt>
    <dgm:pt modelId="{66DD8382-1570-4A4C-BACA-E218A0D5002B}" type="parTrans" cxnId="{FE4011CF-FD2B-4871-8542-9C701DAED56C}">
      <dgm:prSet/>
      <dgm:spPr/>
      <dgm:t>
        <a:bodyPr/>
        <a:lstStyle/>
        <a:p>
          <a:endParaRPr lang="en-US"/>
        </a:p>
      </dgm:t>
    </dgm:pt>
    <dgm:pt modelId="{5254FF42-1CCB-414B-82CA-633F16B195B7}" type="sibTrans" cxnId="{FE4011CF-FD2B-4871-8542-9C701DAED56C}">
      <dgm:prSet/>
      <dgm:spPr/>
      <dgm:t>
        <a:bodyPr/>
        <a:lstStyle/>
        <a:p>
          <a:endParaRPr lang="en-US"/>
        </a:p>
      </dgm:t>
    </dgm:pt>
    <dgm:pt modelId="{5F0250E9-7289-481B-B0EA-5FE4E9C46C14}">
      <dgm:prSet phldrT="[Text]" custT="1"/>
      <dgm:spPr>
        <a:xfrm>
          <a:off x="505352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b="1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Storage Provider</a:t>
          </a:r>
        </a:p>
      </dgm:t>
    </dgm:pt>
    <dgm:pt modelId="{F907071D-FB31-4715-BCC9-DFF272FD5115}" type="parTrans" cxnId="{786D882A-04B6-454C-AF0A-A1D0B8F85BCC}">
      <dgm:prSet/>
      <dgm:spPr/>
      <dgm:t>
        <a:bodyPr/>
        <a:lstStyle/>
        <a:p>
          <a:endParaRPr lang="en-US"/>
        </a:p>
      </dgm:t>
    </dgm:pt>
    <dgm:pt modelId="{236914AD-FC32-4408-956F-E1455E620124}" type="sibTrans" cxnId="{786D882A-04B6-454C-AF0A-A1D0B8F85BCC}">
      <dgm:prSet/>
      <dgm:spPr>
        <a:xfrm>
          <a:off x="6646137" y="2059591"/>
          <a:ext cx="297885" cy="371596"/>
        </a:xfrm>
        <a:solidFill>
          <a:schemeClr val="accent2"/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61DA826-5B5E-4C11-A280-B0053E9983C4}">
      <dgm:prSet phldrT="[Text]" custT="1"/>
      <dgm:spPr>
        <a:xfrm>
          <a:off x="505352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Crops                          (Grain and Oilseed)</a:t>
          </a:r>
        </a:p>
      </dgm:t>
    </dgm:pt>
    <dgm:pt modelId="{12F90FBD-24F0-4ED5-9EC3-774734E3F856}" type="parTrans" cxnId="{321D85AC-1F25-4334-8A63-AD03296E13A1}">
      <dgm:prSet/>
      <dgm:spPr/>
      <dgm:t>
        <a:bodyPr/>
        <a:lstStyle/>
        <a:p>
          <a:endParaRPr lang="en-US"/>
        </a:p>
      </dgm:t>
    </dgm:pt>
    <dgm:pt modelId="{6B805339-3C46-45A0-9CB4-21902200421A}" type="sibTrans" cxnId="{321D85AC-1F25-4334-8A63-AD03296E13A1}">
      <dgm:prSet/>
      <dgm:spPr/>
      <dgm:t>
        <a:bodyPr/>
        <a:lstStyle/>
        <a:p>
          <a:endParaRPr lang="en-US"/>
        </a:p>
      </dgm:t>
    </dgm:pt>
    <dgm:pt modelId="{828B78F9-F1CC-49BB-8B9D-691A8E0A4A3F}">
      <dgm:prSet phldrT="[Text]" custT="1"/>
      <dgm:spPr>
        <a:xfrm>
          <a:off x="258367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Agronomy</a:t>
          </a:r>
        </a:p>
      </dgm:t>
    </dgm:pt>
    <dgm:pt modelId="{9D451FD1-CEF5-41B9-8326-31D30BFDD409}" type="parTrans" cxnId="{74506144-3A16-4153-A1C3-8394DCBA3C2D}">
      <dgm:prSet/>
      <dgm:spPr/>
      <dgm:t>
        <a:bodyPr/>
        <a:lstStyle/>
        <a:p>
          <a:endParaRPr lang="en-US"/>
        </a:p>
      </dgm:t>
    </dgm:pt>
    <dgm:pt modelId="{3A1647A4-CC86-4649-B91A-67B599FA8614}" type="sibTrans" cxnId="{74506144-3A16-4153-A1C3-8394DCBA3C2D}">
      <dgm:prSet/>
      <dgm:spPr/>
      <dgm:t>
        <a:bodyPr/>
        <a:lstStyle/>
        <a:p>
          <a:endParaRPr lang="en-US"/>
        </a:p>
      </dgm:t>
    </dgm:pt>
    <dgm:pt modelId="{511D1B95-0112-44B0-AF92-4BC2C4B6F32E}">
      <dgm:prSet phldrT="[Text]" custT="1"/>
      <dgm:spPr>
        <a:xfrm>
          <a:off x="258367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 Protection</a:t>
          </a:r>
        </a:p>
      </dgm:t>
    </dgm:pt>
    <dgm:pt modelId="{DFA4E785-4644-4937-8CB0-5E34C3ADA3DD}" type="parTrans" cxnId="{570039DB-DBC9-4ED1-B8FA-A327CFF8BC18}">
      <dgm:prSet/>
      <dgm:spPr/>
      <dgm:t>
        <a:bodyPr/>
        <a:lstStyle/>
        <a:p>
          <a:endParaRPr lang="en-US"/>
        </a:p>
      </dgm:t>
    </dgm:pt>
    <dgm:pt modelId="{15DC4338-460A-4390-8AF7-663088A64959}" type="sibTrans" cxnId="{570039DB-DBC9-4ED1-B8FA-A327CFF8BC18}">
      <dgm:prSet/>
      <dgm:spPr/>
      <dgm:t>
        <a:bodyPr/>
        <a:lstStyle/>
        <a:p>
          <a:endParaRPr lang="en-US"/>
        </a:p>
      </dgm:t>
    </dgm:pt>
    <dgm:pt modelId="{427A6922-56DD-4697-8428-ED518FB24031}">
      <dgm:prSet phldrT="[Text]" custT="1"/>
      <dgm:spPr>
        <a:xfrm>
          <a:off x="505352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Local Elevator (US)</a:t>
          </a:r>
        </a:p>
      </dgm:t>
    </dgm:pt>
    <dgm:pt modelId="{DB7AE489-CCCE-4AB2-8872-6E067660FF50}" type="parTrans" cxnId="{7154C333-1106-4240-AEDE-D23C50C74D82}">
      <dgm:prSet/>
      <dgm:spPr/>
      <dgm:t>
        <a:bodyPr/>
        <a:lstStyle/>
        <a:p>
          <a:endParaRPr lang="en-US"/>
        </a:p>
      </dgm:t>
    </dgm:pt>
    <dgm:pt modelId="{7D130271-468E-4CF9-80F7-2A8D92F8BEF1}" type="sibTrans" cxnId="{7154C333-1106-4240-AEDE-D23C50C74D82}">
      <dgm:prSet/>
      <dgm:spPr/>
      <dgm:t>
        <a:bodyPr/>
        <a:lstStyle/>
        <a:p>
          <a:endParaRPr lang="en-US"/>
        </a:p>
      </dgm:t>
    </dgm:pt>
    <dgm:pt modelId="{032A6755-0F28-4838-B460-8F25BC6C53B6}">
      <dgm:prSet phldrT="[Text]" custT="1"/>
      <dgm:spPr>
        <a:xfrm>
          <a:off x="505352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Terminal</a:t>
          </a:r>
        </a:p>
      </dgm:t>
    </dgm:pt>
    <dgm:pt modelId="{6B573959-AA2D-4D54-BFAE-A19718949C65}" type="parTrans" cxnId="{8068AA24-FF1C-4542-9367-183ED0526F45}">
      <dgm:prSet/>
      <dgm:spPr/>
      <dgm:t>
        <a:bodyPr/>
        <a:lstStyle/>
        <a:p>
          <a:endParaRPr lang="en-US"/>
        </a:p>
      </dgm:t>
    </dgm:pt>
    <dgm:pt modelId="{2CAFD2C4-79E9-407D-9B21-BD1233181A0D}" type="sibTrans" cxnId="{8068AA24-FF1C-4542-9367-183ED0526F45}">
      <dgm:prSet/>
      <dgm:spPr/>
      <dgm:t>
        <a:bodyPr/>
        <a:lstStyle/>
        <a:p>
          <a:endParaRPr lang="en-US"/>
        </a:p>
      </dgm:t>
    </dgm:pt>
    <dgm:pt modelId="{762053FE-1122-4319-B20E-2987AA39C51F}">
      <dgm:prSet phldrT="[Text]" custT="1"/>
      <dgm:spPr>
        <a:xfrm>
          <a:off x="984868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Animal Feed Manufacture</a:t>
          </a:r>
        </a:p>
      </dgm:t>
    </dgm:pt>
    <dgm:pt modelId="{050B7D5A-DFB0-405A-A04F-3BD579286EAD}">
      <dgm:prSet phldrT="[Text]" custT="1"/>
      <dgm:spPr>
        <a:xfrm>
          <a:off x="984868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Malting and distilling</a:t>
          </a:r>
        </a:p>
      </dgm:t>
    </dgm:pt>
    <dgm:pt modelId="{90A04A4B-E416-47F3-871D-EF02EACEACEE}">
      <dgm:prSet phldrT="[Text]" custT="1"/>
      <dgm:spPr>
        <a:xfrm>
          <a:off x="984868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Biofuels</a:t>
          </a:r>
        </a:p>
      </dgm:t>
    </dgm:pt>
    <dgm:pt modelId="{AC8D4031-3D3D-455B-8B27-CCAEF2D73D6E}">
      <dgm:prSet phldrT="[Text]" custT="1"/>
      <dgm:spPr>
        <a:xfrm>
          <a:off x="984868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b="1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Processor</a:t>
          </a:r>
        </a:p>
      </dgm:t>
    </dgm:pt>
    <dgm:pt modelId="{B95375BF-E11A-4318-AAD3-E353AE96C82B}" type="sibTrans" cxnId="{F55BC443-107B-4D53-B41B-D378C0A11132}">
      <dgm:prSet/>
      <dgm:spPr/>
      <dgm:t>
        <a:bodyPr/>
        <a:lstStyle/>
        <a:p>
          <a:endParaRPr lang="en-US"/>
        </a:p>
      </dgm:t>
    </dgm:pt>
    <dgm:pt modelId="{15A4FD7D-A2E2-4A96-820A-75A57D9B3A32}" type="parTrans" cxnId="{F55BC443-107B-4D53-B41B-D378C0A11132}">
      <dgm:prSet/>
      <dgm:spPr/>
      <dgm:t>
        <a:bodyPr/>
        <a:lstStyle/>
        <a:p>
          <a:endParaRPr lang="en-US"/>
        </a:p>
      </dgm:t>
    </dgm:pt>
    <dgm:pt modelId="{6009E8FB-CA3B-47A8-9572-ACEAA7EC1245}" type="sibTrans" cxnId="{3CA1D3A9-70F5-4C6E-8546-ECB3212F81BD}">
      <dgm:prSet/>
      <dgm:spPr/>
      <dgm:t>
        <a:bodyPr/>
        <a:lstStyle/>
        <a:p>
          <a:endParaRPr lang="en-GB"/>
        </a:p>
      </dgm:t>
    </dgm:pt>
    <dgm:pt modelId="{9D01A5ED-DFE4-41BD-95C2-ECDA6348533F}" type="parTrans" cxnId="{3CA1D3A9-70F5-4C6E-8546-ECB3212F81BD}">
      <dgm:prSet/>
      <dgm:spPr/>
      <dgm:t>
        <a:bodyPr/>
        <a:lstStyle/>
        <a:p>
          <a:endParaRPr lang="en-GB"/>
        </a:p>
      </dgm:t>
    </dgm:pt>
    <dgm:pt modelId="{FAB56914-BAD2-446B-A3C7-53DC60CCD3F5}" type="sibTrans" cxnId="{806B83E1-1B68-4FCF-ADAF-E4C89E173E53}">
      <dgm:prSet/>
      <dgm:spPr/>
      <dgm:t>
        <a:bodyPr/>
        <a:lstStyle/>
        <a:p>
          <a:endParaRPr lang="en-GB"/>
        </a:p>
      </dgm:t>
    </dgm:pt>
    <dgm:pt modelId="{8AC072C9-62EF-419C-8615-6FF596181E3C}" type="parTrans" cxnId="{806B83E1-1B68-4FCF-ADAF-E4C89E173E53}">
      <dgm:prSet/>
      <dgm:spPr/>
      <dgm:t>
        <a:bodyPr/>
        <a:lstStyle/>
        <a:p>
          <a:endParaRPr lang="en-GB"/>
        </a:p>
      </dgm:t>
    </dgm:pt>
    <dgm:pt modelId="{2260DA37-E48D-44AE-A8C1-12C18B5548D3}" type="sibTrans" cxnId="{65C2465F-7CDA-4C8A-851B-2A34100EC929}">
      <dgm:prSet/>
      <dgm:spPr/>
      <dgm:t>
        <a:bodyPr/>
        <a:lstStyle/>
        <a:p>
          <a:endParaRPr lang="en-US"/>
        </a:p>
      </dgm:t>
    </dgm:pt>
    <dgm:pt modelId="{E58BF6D2-4C5B-41D3-9ED9-DACF89CEFF0B}" type="parTrans" cxnId="{65C2465F-7CDA-4C8A-851B-2A34100EC929}">
      <dgm:prSet/>
      <dgm:spPr/>
      <dgm:t>
        <a:bodyPr/>
        <a:lstStyle/>
        <a:p>
          <a:endParaRPr lang="en-US"/>
        </a:p>
      </dgm:t>
    </dgm:pt>
    <dgm:pt modelId="{781D1951-4CE2-4F3E-B3B7-435C86F7E1D9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endParaRPr lang="en-US" sz="800" dirty="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gm:t>
    </dgm:pt>
    <dgm:pt modelId="{9E47656F-3FB8-4B61-BC23-AD51B232CBEF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Feed Ingredients</a:t>
          </a:r>
        </a:p>
      </dgm:t>
    </dgm:pt>
    <dgm:pt modelId="{D1527E0C-D62E-48FD-821E-D1A1A213F605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Biofuels</a:t>
          </a:r>
        </a:p>
      </dgm:t>
    </dgm:pt>
    <dgm:pt modelId="{BDB0DBA3-F8CB-462E-B84F-4C7DBFA2F1EC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Futures / Options</a:t>
          </a:r>
        </a:p>
      </dgm:t>
    </dgm:pt>
    <dgm:pt modelId="{3BB35E82-9640-4F8E-98A6-8B889B695E50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Cross Country</a:t>
          </a:r>
        </a:p>
      </dgm:t>
    </dgm:pt>
    <dgm:pt modelId="{C40AAC4A-BBDD-45B2-AFB1-100EB41C5B8F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Originator</a:t>
          </a:r>
        </a:p>
      </dgm:t>
    </dgm:pt>
    <dgm:pt modelId="{2374533F-3EA8-487F-BB67-DD112925A11F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Crops                      (Grain and Oilseed)</a:t>
          </a:r>
        </a:p>
      </dgm:t>
    </dgm:pt>
    <dgm:pt modelId="{9CA3B51E-FA22-4DFB-84F0-6C64322155E9}" type="sibTrans" cxnId="{56BD26BA-998C-48E6-A12F-83F66DB1B5BD}">
      <dgm:prSet/>
      <dgm:spPr/>
      <dgm:t>
        <a:bodyPr/>
        <a:lstStyle/>
        <a:p>
          <a:endParaRPr lang="en-US"/>
        </a:p>
      </dgm:t>
    </dgm:pt>
    <dgm:pt modelId="{DDE47AC4-FD76-4714-AA89-6F85BBE4DD24}" type="parTrans" cxnId="{56BD26BA-998C-48E6-A12F-83F66DB1B5BD}">
      <dgm:prSet/>
      <dgm:spPr/>
      <dgm:t>
        <a:bodyPr/>
        <a:lstStyle/>
        <a:p>
          <a:endParaRPr lang="en-US"/>
        </a:p>
      </dgm:t>
    </dgm:pt>
    <dgm:pt modelId="{CDF1E35F-74CE-4FB9-A037-D3C0264DFFD6}" type="sibTrans" cxnId="{3B4E5A04-5D9E-47E2-BBA5-5BDDCFABCABD}">
      <dgm:prSet/>
      <dgm:spPr/>
      <dgm:t>
        <a:bodyPr/>
        <a:lstStyle/>
        <a:p>
          <a:endParaRPr lang="en-US"/>
        </a:p>
      </dgm:t>
    </dgm:pt>
    <dgm:pt modelId="{D0F5E468-9098-43BF-89D9-798B3D470148}" type="parTrans" cxnId="{3B4E5A04-5D9E-47E2-BBA5-5BDDCFABCABD}">
      <dgm:prSet/>
      <dgm:spPr/>
      <dgm:t>
        <a:bodyPr/>
        <a:lstStyle/>
        <a:p>
          <a:endParaRPr lang="en-US"/>
        </a:p>
      </dgm:t>
    </dgm:pt>
    <dgm:pt modelId="{AE6C7CBA-077F-4F66-8D65-DD6C6FF6DCB3}" type="sibTrans" cxnId="{0BB7DC10-277E-4BAA-B232-4CA6418EEC56}">
      <dgm:prSet/>
      <dgm:spPr/>
      <dgm:t>
        <a:bodyPr/>
        <a:lstStyle/>
        <a:p>
          <a:endParaRPr lang="en-US"/>
        </a:p>
      </dgm:t>
    </dgm:pt>
    <dgm:pt modelId="{40D6DCDB-6F17-48E5-A5D3-8A0D56833257}" type="parTrans" cxnId="{0BB7DC10-277E-4BAA-B232-4CA6418EEC56}">
      <dgm:prSet/>
      <dgm:spPr/>
      <dgm:t>
        <a:bodyPr/>
        <a:lstStyle/>
        <a:p>
          <a:endParaRPr lang="en-US"/>
        </a:p>
      </dgm:t>
    </dgm:pt>
    <dgm:pt modelId="{BBCC77CB-3239-4028-B92B-0739EAC5202D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b="1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Trader</a:t>
          </a:r>
        </a:p>
      </dgm:t>
    </dgm:pt>
    <dgm:pt modelId="{0D63EAC0-E193-4222-89EA-728B8E238FF2}" type="sibTrans" cxnId="{4E9A0ACD-4DDD-43FB-9B44-F01754E221CA}">
      <dgm:prSet/>
      <dgm:spPr>
        <a:xfrm>
          <a:off x="9043716" y="2059591"/>
          <a:ext cx="297885" cy="371596"/>
        </a:xfrm>
        <a:solidFill>
          <a:schemeClr val="accent2"/>
        </a:solidFill>
        <a:ln>
          <a:noFill/>
        </a:ln>
        <a:effectLst/>
      </dgm:spPr>
      <dgm:t>
        <a:bodyPr/>
        <a:lstStyle/>
        <a:p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4CC49D8-AD56-4BD5-89E9-8FFFA1445A6B}" type="parTrans" cxnId="{4E9A0ACD-4DDD-43FB-9B44-F01754E221CA}">
      <dgm:prSet/>
      <dgm:spPr/>
      <dgm:t>
        <a:bodyPr/>
        <a:lstStyle/>
        <a:p>
          <a:endParaRPr lang="en-US"/>
        </a:p>
      </dgm:t>
    </dgm:pt>
    <dgm:pt modelId="{8FAF778F-538A-4AF2-B1DE-463282C19B08}" type="sibTrans" cxnId="{5BC54F50-3EF4-47F0-9B86-632DADB14EE3}">
      <dgm:prSet/>
      <dgm:spPr/>
      <dgm:t>
        <a:bodyPr/>
        <a:lstStyle/>
        <a:p>
          <a:endParaRPr lang="en-US"/>
        </a:p>
      </dgm:t>
    </dgm:pt>
    <dgm:pt modelId="{DD0B1088-E2FC-4DB9-BAF7-736FCEA7B040}" type="parTrans" cxnId="{5BC54F50-3EF4-47F0-9B86-632DADB14EE3}">
      <dgm:prSet/>
      <dgm:spPr/>
      <dgm:t>
        <a:bodyPr/>
        <a:lstStyle/>
        <a:p>
          <a:endParaRPr lang="en-US"/>
        </a:p>
      </dgm:t>
    </dgm:pt>
    <dgm:pt modelId="{F3894B4D-853C-4FC2-A4A1-0FDBEEB4B576}" type="sibTrans" cxnId="{B41E8496-4CA5-47C1-B7ED-D00DD01EA0FB}">
      <dgm:prSet/>
      <dgm:spPr/>
      <dgm:t>
        <a:bodyPr/>
        <a:lstStyle/>
        <a:p>
          <a:endParaRPr lang="en-US"/>
        </a:p>
      </dgm:t>
    </dgm:pt>
    <dgm:pt modelId="{11B3080D-3694-4218-ABAA-872D45553E1C}" type="parTrans" cxnId="{B41E8496-4CA5-47C1-B7ED-D00DD01EA0FB}">
      <dgm:prSet/>
      <dgm:spPr/>
      <dgm:t>
        <a:bodyPr/>
        <a:lstStyle/>
        <a:p>
          <a:endParaRPr lang="en-US"/>
        </a:p>
      </dgm:t>
    </dgm:pt>
    <dgm:pt modelId="{57ECDB07-ACC4-4975-A655-0A22A049D8A1}" type="sibTrans" cxnId="{72E35142-558F-46D1-87A4-CE1BEDEE25D5}">
      <dgm:prSet/>
      <dgm:spPr/>
      <dgm:t>
        <a:bodyPr/>
        <a:lstStyle/>
        <a:p>
          <a:endParaRPr lang="en-US"/>
        </a:p>
      </dgm:t>
    </dgm:pt>
    <dgm:pt modelId="{1767124C-76A1-4B42-ACDA-9A885BD97124}" type="parTrans" cxnId="{72E35142-558F-46D1-87A4-CE1BEDEE25D5}">
      <dgm:prSet/>
      <dgm:spPr/>
      <dgm:t>
        <a:bodyPr/>
        <a:lstStyle/>
        <a:p>
          <a:endParaRPr lang="en-US"/>
        </a:p>
      </dgm:t>
    </dgm:pt>
    <dgm:pt modelId="{7824D855-13D4-4D25-8425-7C07990237D2}" type="sibTrans" cxnId="{B55A6BF9-3F9B-40B8-A5C0-2A958FB5F502}">
      <dgm:prSet/>
      <dgm:spPr/>
      <dgm:t>
        <a:bodyPr/>
        <a:lstStyle/>
        <a:p>
          <a:endParaRPr lang="en-US"/>
        </a:p>
      </dgm:t>
    </dgm:pt>
    <dgm:pt modelId="{2BFA4095-D20C-4B1B-AEC0-D5FD13B6DFFA}" type="parTrans" cxnId="{B55A6BF9-3F9B-40B8-A5C0-2A958FB5F502}">
      <dgm:prSet/>
      <dgm:spPr/>
      <dgm:t>
        <a:bodyPr/>
        <a:lstStyle/>
        <a:p>
          <a:endParaRPr lang="en-US"/>
        </a:p>
      </dgm:t>
    </dgm:pt>
    <dgm:pt modelId="{DA20FF7E-57CF-4701-A852-A50932EB5F6A}">
      <dgm:prSet phldrT="[Text]" custT="1"/>
      <dgm:spPr>
        <a:xfrm>
          <a:off x="7451105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Exports and Shipping</a:t>
          </a:r>
        </a:p>
      </dgm:t>
    </dgm:pt>
    <dgm:pt modelId="{E24FFC91-9AB0-43D8-AC2D-228653D0F6C4}" type="parTrans" cxnId="{702414C4-4B6C-4433-810D-AC38E2149A29}">
      <dgm:prSet/>
      <dgm:spPr/>
      <dgm:t>
        <a:bodyPr/>
        <a:lstStyle/>
        <a:p>
          <a:endParaRPr lang="en-GB"/>
        </a:p>
      </dgm:t>
    </dgm:pt>
    <dgm:pt modelId="{1086EC31-0680-4166-9DA3-C5C94E0667E9}" type="sibTrans" cxnId="{702414C4-4B6C-4433-810D-AC38E2149A29}">
      <dgm:prSet/>
      <dgm:spPr/>
      <dgm:t>
        <a:bodyPr/>
        <a:lstStyle/>
        <a:p>
          <a:endParaRPr lang="en-GB"/>
        </a:p>
      </dgm:t>
    </dgm:pt>
    <dgm:pt modelId="{353A58FC-C7B1-4C22-9ED9-09EF21890528}">
      <dgm:prSet phldrT="[Text]" custT="1"/>
      <dgm:spPr>
        <a:xfrm>
          <a:off x="265594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Self-Service Portal</a:t>
          </a:r>
        </a:p>
      </dgm:t>
    </dgm:pt>
    <dgm:pt modelId="{DBDCBAD5-F629-4897-8447-5A6664B4DDC7}" type="parTrans" cxnId="{3C83BC2B-D62A-41F6-B039-4F6F3926383D}">
      <dgm:prSet/>
      <dgm:spPr/>
      <dgm:t>
        <a:bodyPr/>
        <a:lstStyle/>
        <a:p>
          <a:endParaRPr lang="en-GB"/>
        </a:p>
      </dgm:t>
    </dgm:pt>
    <dgm:pt modelId="{31B1F40A-6B1D-4368-AD86-5BC51DA462D9}" type="sibTrans" cxnId="{3C83BC2B-D62A-41F6-B039-4F6F3926383D}">
      <dgm:prSet/>
      <dgm:spPr/>
      <dgm:t>
        <a:bodyPr/>
        <a:lstStyle/>
        <a:p>
          <a:endParaRPr lang="en-GB"/>
        </a:p>
      </dgm:t>
    </dgm:pt>
    <dgm:pt modelId="{3582F68D-7F69-43A3-B5C3-2B337E586824}">
      <dgm:prSet phldrT="[Text]" custT="1"/>
      <dgm:spPr>
        <a:xfrm>
          <a:off x="5053526" y="2400038"/>
          <a:ext cx="1546477" cy="1546477"/>
        </a:xfr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r>
            <a:rPr lang="en-US" sz="8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Grain Stores</a:t>
          </a:r>
        </a:p>
      </dgm:t>
    </dgm:pt>
    <dgm:pt modelId="{D40E3A18-D160-434B-9836-311AE3D82CFC}" type="parTrans" cxnId="{DF383B4E-E81A-4A38-88FC-0A49D7128124}">
      <dgm:prSet/>
      <dgm:spPr/>
      <dgm:t>
        <a:bodyPr/>
        <a:lstStyle/>
        <a:p>
          <a:endParaRPr lang="en-GB"/>
        </a:p>
      </dgm:t>
    </dgm:pt>
    <dgm:pt modelId="{7BA2B32B-796E-4A6E-B786-844169FAD836}" type="sibTrans" cxnId="{DF383B4E-E81A-4A38-88FC-0A49D7128124}">
      <dgm:prSet/>
      <dgm:spPr/>
      <dgm:t>
        <a:bodyPr/>
        <a:lstStyle/>
        <a:p>
          <a:endParaRPr lang="en-GB"/>
        </a:p>
      </dgm:t>
    </dgm:pt>
    <dgm:pt modelId="{5E6A634B-74E2-404F-A179-FF05BF0B3865}" type="pres">
      <dgm:prSet presAssocID="{B77DBDD6-AA05-4709-9C76-95BA1FE16547}" presName="Name0" presStyleCnt="0">
        <dgm:presLayoutVars>
          <dgm:dir/>
          <dgm:resizeHandles val="exact"/>
        </dgm:presLayoutVars>
      </dgm:prSet>
      <dgm:spPr/>
    </dgm:pt>
    <dgm:pt modelId="{DB8FC1B2-4073-424D-90C7-129EBEF9724D}" type="pres">
      <dgm:prSet presAssocID="{56017C59-52B9-47FB-AAFE-63B056845EC5}" presName="composite" presStyleCnt="0"/>
      <dgm:spPr/>
    </dgm:pt>
    <dgm:pt modelId="{DCAE25DE-11C1-4C28-AE83-F4D0286A8CA8}" type="pres">
      <dgm:prSet presAssocID="{56017C59-52B9-47FB-AAFE-63B056845EC5}" presName="imagSh" presStyleLbl="bgImgPlace1" presStyleIdx="0" presStyleCnt="5"/>
      <dgm:spPr>
        <a:xfrm>
          <a:off x="6615" y="1472151"/>
          <a:ext cx="1546477" cy="15464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B982BE3A-EC69-4CFC-B064-D383998FCA1F}" type="pres">
      <dgm:prSet presAssocID="{56017C59-52B9-47FB-AAFE-63B056845EC5}" presName="txNode" presStyleLbl="node1" presStyleIdx="0" presStyleCnt="5" custScaleY="110650" custLinFactNeighborY="4366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5676F9E3-32A1-49F5-B541-1B9D0AEF6961}" type="pres">
      <dgm:prSet presAssocID="{48DC1F63-1B6C-4C21-9943-462B07A993A0}" presName="sibTrans" presStyleLbl="sibTrans2D1" presStyleIdx="0" presStyleCnt="4"/>
      <dgm:spPr>
        <a:prstGeom prst="rightArrow">
          <a:avLst>
            <a:gd name="adj1" fmla="val 60000"/>
            <a:gd name="adj2" fmla="val 50000"/>
          </a:avLst>
        </a:prstGeom>
      </dgm:spPr>
    </dgm:pt>
    <dgm:pt modelId="{8283669A-4EB8-4D7E-9D3D-F2FAA2524787}" type="pres">
      <dgm:prSet presAssocID="{48DC1F63-1B6C-4C21-9943-462B07A993A0}" presName="connTx" presStyleLbl="sibTrans2D1" presStyleIdx="0" presStyleCnt="4"/>
      <dgm:spPr/>
    </dgm:pt>
    <dgm:pt modelId="{4054D5C7-7612-4059-9F6D-E818F8DF787B}" type="pres">
      <dgm:prSet presAssocID="{34A00D13-26D7-4C5B-891C-81585F9ACD0E}" presName="composite" presStyleCnt="0"/>
      <dgm:spPr/>
    </dgm:pt>
    <dgm:pt modelId="{81FA1DAD-79B7-4E6E-89D9-DFBCCB1F3F1B}" type="pres">
      <dgm:prSet presAssocID="{34A00D13-26D7-4C5B-891C-81585F9ACD0E}" presName="imagSh" presStyleLbl="bgImgPlace1" presStyleIdx="1" presStyleCnt="5"/>
      <dgm:spPr>
        <a:xfrm>
          <a:off x="2404194" y="1472151"/>
          <a:ext cx="1546477" cy="15464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03D40CDB-009E-43D6-AEE0-BDA1E706250C}" type="pres">
      <dgm:prSet presAssocID="{34A00D13-26D7-4C5B-891C-81585F9ACD0E}" presName="txNode" presStyleLbl="node1" presStyleIdx="1" presStyleCnt="5" custScaleY="111665" custLinFactNeighborY="4366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AF0C9E0A-9D1C-4E35-BA47-7F2CB2260F37}" type="pres">
      <dgm:prSet presAssocID="{A058837D-2BCE-4B6F-853F-9FB42F169937}" presName="sibTrans" presStyleLbl="sibTrans2D1" presStyleIdx="1" presStyleCnt="4"/>
      <dgm:spPr>
        <a:prstGeom prst="rightArrow">
          <a:avLst>
            <a:gd name="adj1" fmla="val 60000"/>
            <a:gd name="adj2" fmla="val 50000"/>
          </a:avLst>
        </a:prstGeom>
      </dgm:spPr>
    </dgm:pt>
    <dgm:pt modelId="{74936FD3-AAA7-4178-9B5E-399DE15C2926}" type="pres">
      <dgm:prSet presAssocID="{A058837D-2BCE-4B6F-853F-9FB42F169937}" presName="connTx" presStyleLbl="sibTrans2D1" presStyleIdx="1" presStyleCnt="4"/>
      <dgm:spPr/>
    </dgm:pt>
    <dgm:pt modelId="{4CC8576D-7935-48F9-B917-B778151BB779}" type="pres">
      <dgm:prSet presAssocID="{5F0250E9-7289-481B-B0EA-5FE4E9C46C14}" presName="composite" presStyleCnt="0"/>
      <dgm:spPr/>
    </dgm:pt>
    <dgm:pt modelId="{E2D477E3-34C3-4EB0-AF4D-7ECFFE9019C4}" type="pres">
      <dgm:prSet presAssocID="{5F0250E9-7289-481B-B0EA-5FE4E9C46C14}" presName="imagSh" presStyleLbl="bgImgPlace1" presStyleIdx="2" presStyleCnt="5"/>
      <dgm:spPr>
        <a:xfrm>
          <a:off x="4801774" y="1472151"/>
          <a:ext cx="1546477" cy="15464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FE3027E4-9336-448D-9882-383985659A2A}" type="pres">
      <dgm:prSet presAssocID="{5F0250E9-7289-481B-B0EA-5FE4E9C46C14}" presName="txNode" presStyleLbl="node1" presStyleIdx="2" presStyleCnt="5" custScaleY="109836" custLinFactNeighborY="4366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B9697EC0-EDCD-44F4-BE75-18D58B8F32A2}" type="pres">
      <dgm:prSet presAssocID="{236914AD-FC32-4408-956F-E1455E620124}" presName="sibTrans" presStyleLbl="sibTrans2D1" presStyleIdx="2" presStyleCnt="4"/>
      <dgm:spPr>
        <a:prstGeom prst="rightArrow">
          <a:avLst>
            <a:gd name="adj1" fmla="val 60000"/>
            <a:gd name="adj2" fmla="val 50000"/>
          </a:avLst>
        </a:prstGeom>
      </dgm:spPr>
    </dgm:pt>
    <dgm:pt modelId="{462A8E53-B81C-48BA-BFD2-55A96B35966B}" type="pres">
      <dgm:prSet presAssocID="{236914AD-FC32-4408-956F-E1455E620124}" presName="connTx" presStyleLbl="sibTrans2D1" presStyleIdx="2" presStyleCnt="4"/>
      <dgm:spPr/>
    </dgm:pt>
    <dgm:pt modelId="{06584EFE-047C-4D70-BC2D-D3C8063504EA}" type="pres">
      <dgm:prSet presAssocID="{BBCC77CB-3239-4028-B92B-0739EAC5202D}" presName="composite" presStyleCnt="0"/>
      <dgm:spPr/>
    </dgm:pt>
    <dgm:pt modelId="{F75EB8B6-7616-48AB-8C83-F9506FF1561E}" type="pres">
      <dgm:prSet presAssocID="{BBCC77CB-3239-4028-B92B-0739EAC5202D}" presName="imagSh" presStyleLbl="bgImgPlace1" presStyleIdx="3" presStyleCnt="5"/>
      <dgm:spPr>
        <a:xfrm>
          <a:off x="7199353" y="1472151"/>
          <a:ext cx="1546477" cy="15464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68B493AC-C569-4784-8FFA-BCF1791584F8}" type="pres">
      <dgm:prSet presAssocID="{BBCC77CB-3239-4028-B92B-0739EAC5202D}" presName="txNode" presStyleLbl="node1" presStyleIdx="3" presStyleCnt="5" custScaleY="112804" custLinFactNeighborY="4366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4BA92C4B-75CF-4764-B06E-4FC2B27F60E6}" type="pres">
      <dgm:prSet presAssocID="{0D63EAC0-E193-4222-89EA-728B8E238FF2}" presName="sibTrans" presStyleLbl="sibTrans2D1" presStyleIdx="3" presStyleCnt="4"/>
      <dgm:spPr>
        <a:prstGeom prst="rightArrow">
          <a:avLst>
            <a:gd name="adj1" fmla="val 60000"/>
            <a:gd name="adj2" fmla="val 50000"/>
          </a:avLst>
        </a:prstGeom>
      </dgm:spPr>
    </dgm:pt>
    <dgm:pt modelId="{BC4427ED-6ABA-463D-B76B-4EDBBB234491}" type="pres">
      <dgm:prSet presAssocID="{0D63EAC0-E193-4222-89EA-728B8E238FF2}" presName="connTx" presStyleLbl="sibTrans2D1" presStyleIdx="3" presStyleCnt="4"/>
      <dgm:spPr/>
    </dgm:pt>
    <dgm:pt modelId="{FD8C1C31-14D9-4911-8429-DB7C133C5BA6}" type="pres">
      <dgm:prSet presAssocID="{AC8D4031-3D3D-455B-8B27-CCAEF2D73D6E}" presName="composite" presStyleCnt="0"/>
      <dgm:spPr/>
    </dgm:pt>
    <dgm:pt modelId="{9E06B2D2-B935-4ACB-AF24-ECF745013F92}" type="pres">
      <dgm:prSet presAssocID="{AC8D4031-3D3D-455B-8B27-CCAEF2D73D6E}" presName="imagSh" presStyleLbl="bgImgPlace1" presStyleIdx="4" presStyleCnt="5"/>
      <dgm:spPr>
        <a:xfrm>
          <a:off x="9596933" y="1472151"/>
          <a:ext cx="1546477" cy="15464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A2116AFB-828C-4139-86E9-CE5F02E93535}" type="pres">
      <dgm:prSet presAssocID="{AC8D4031-3D3D-455B-8B27-CCAEF2D73D6E}" presName="txNode" presStyleLbl="node1" presStyleIdx="4" presStyleCnt="5" custScaleY="115441" custLinFactNeighborY="4366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</dgm:ptLst>
  <dgm:cxnLst>
    <dgm:cxn modelId="{3B4E5A04-5D9E-47E2-BBA5-5BDDCFABCABD}" srcId="{2374533F-3EA8-487F-BB67-DD112925A11F}" destId="{3BB35E82-9640-4F8E-98A6-8B889B695E50}" srcOrd="1" destOrd="0" parTransId="{D0F5E468-9098-43BF-89D9-798B3D470148}" sibTransId="{CDF1E35F-74CE-4FB9-A037-D3C0264DFFD6}"/>
    <dgm:cxn modelId="{FC10BC08-AF96-4B40-B760-B67EC755F1D8}" type="presOf" srcId="{236914AD-FC32-4408-956F-E1455E620124}" destId="{462A8E53-B81C-48BA-BFD2-55A96B35966B}" srcOrd="1" destOrd="0" presId="urn:microsoft.com/office/officeart/2005/8/layout/hProcess10"/>
    <dgm:cxn modelId="{C358930D-340B-4E79-9364-D63F07961F85}" type="presOf" srcId="{48DC1F63-1B6C-4C21-9943-462B07A993A0}" destId="{8283669A-4EB8-4D7E-9D3D-F2FAA2524787}" srcOrd="1" destOrd="0" presId="urn:microsoft.com/office/officeart/2005/8/layout/hProcess10"/>
    <dgm:cxn modelId="{0BB7DC10-277E-4BAA-B232-4CA6418EEC56}" srcId="{2374533F-3EA8-487F-BB67-DD112925A11F}" destId="{C40AAC4A-BBDD-45B2-AFB1-100EB41C5B8F}" srcOrd="0" destOrd="0" parTransId="{40D6DCDB-6F17-48E5-A5D3-8A0D56833257}" sibTransId="{AE6C7CBA-077F-4F66-8D65-DD6C6FF6DCB3}"/>
    <dgm:cxn modelId="{C15C3B12-5C25-41DE-B1FB-A4C716052BA2}" type="presOf" srcId="{D5585649-E343-457E-9364-CCB11440D644}" destId="{B982BE3A-EC69-4CFC-B064-D383998FCA1F}" srcOrd="0" destOrd="1" presId="urn:microsoft.com/office/officeart/2005/8/layout/hProcess10"/>
    <dgm:cxn modelId="{DCE05913-24EB-4178-A043-244D03D986D8}" type="presOf" srcId="{D1527E0C-D62E-48FD-821E-D1A1A213F605}" destId="{68B493AC-C569-4784-8FFA-BCF1791584F8}" srcOrd="0" destOrd="6" presId="urn:microsoft.com/office/officeart/2005/8/layout/hProcess10"/>
    <dgm:cxn modelId="{2DE72A14-3600-4CC7-88D5-4552F26DD36C}" type="presOf" srcId="{3582F68D-7F69-43A3-B5C3-2B337E586824}" destId="{FE3027E4-9336-448D-9882-383985659A2A}" srcOrd="0" destOrd="2" presId="urn:microsoft.com/office/officeart/2005/8/layout/hProcess10"/>
    <dgm:cxn modelId="{08F4EC1E-BE1B-4685-9673-9F57893A1786}" type="presOf" srcId="{0D63EAC0-E193-4222-89EA-728B8E238FF2}" destId="{BC4427ED-6ABA-463D-B76B-4EDBBB234491}" srcOrd="1" destOrd="0" presId="urn:microsoft.com/office/officeart/2005/8/layout/hProcess10"/>
    <dgm:cxn modelId="{9D6BF71F-4F53-4418-B71D-0769C97A570D}" type="presOf" srcId="{D7F40839-B5F4-4F00-BD26-15A0F02FAD80}" destId="{03D40CDB-009E-43D6-AEE0-BDA1E706250C}" srcOrd="0" destOrd="1" presId="urn:microsoft.com/office/officeart/2005/8/layout/hProcess10"/>
    <dgm:cxn modelId="{B9BB9321-4A35-4495-95A1-B72852A75DFA}" type="presOf" srcId="{781D1951-4CE2-4F3E-B3B7-435C86F7E1D9}" destId="{68B493AC-C569-4784-8FFA-BCF1791584F8}" srcOrd="0" destOrd="8" presId="urn:microsoft.com/office/officeart/2005/8/layout/hProcess10"/>
    <dgm:cxn modelId="{8068AA24-FF1C-4542-9367-183ED0526F45}" srcId="{161DA826-5B5E-4C11-A280-B0053E9983C4}" destId="{032A6755-0F28-4838-B460-8F25BC6C53B6}" srcOrd="2" destOrd="0" parTransId="{6B573959-AA2D-4D54-BFAE-A19718949C65}" sibTransId="{2CAFD2C4-79E9-407D-9B21-BD1233181A0D}"/>
    <dgm:cxn modelId="{786D882A-04B6-454C-AF0A-A1D0B8F85BCC}" srcId="{B77DBDD6-AA05-4709-9C76-95BA1FE16547}" destId="{5F0250E9-7289-481B-B0EA-5FE4E9C46C14}" srcOrd="2" destOrd="0" parTransId="{F907071D-FB31-4715-BCC9-DFF272FD5115}" sibTransId="{236914AD-FC32-4408-956F-E1455E620124}"/>
    <dgm:cxn modelId="{3C83BC2B-D62A-41F6-B039-4F6F3926383D}" srcId="{34A00D13-26D7-4C5B-891C-81585F9ACD0E}" destId="{353A58FC-C7B1-4C22-9ED9-09EF21890528}" srcOrd="1" destOrd="0" parTransId="{DBDCBAD5-F629-4897-8447-5A6664B4DDC7}" sibTransId="{31B1F40A-6B1D-4368-AD86-5BC51DA462D9}"/>
    <dgm:cxn modelId="{C05BC82C-B4BB-4727-8F1B-574F180F2CE6}" type="presOf" srcId="{DA20FF7E-57CF-4701-A852-A50932EB5F6A}" destId="{68B493AC-C569-4784-8FFA-BCF1791584F8}" srcOrd="0" destOrd="4" presId="urn:microsoft.com/office/officeart/2005/8/layout/hProcess10"/>
    <dgm:cxn modelId="{7154C333-1106-4240-AEDE-D23C50C74D82}" srcId="{161DA826-5B5E-4C11-A280-B0053E9983C4}" destId="{427A6922-56DD-4697-8428-ED518FB24031}" srcOrd="1" destOrd="0" parTransId="{DB7AE489-CCCE-4AB2-8872-6E067660FF50}" sibTransId="{7D130271-468E-4CF9-80F7-2A8D92F8BEF1}"/>
    <dgm:cxn modelId="{44B7085B-2A49-444F-9DDF-73A96B89B157}" type="presOf" srcId="{353A58FC-C7B1-4C22-9ED9-09EF21890528}" destId="{03D40CDB-009E-43D6-AEE0-BDA1E706250C}" srcOrd="0" destOrd="2" presId="urn:microsoft.com/office/officeart/2005/8/layout/hProcess10"/>
    <dgm:cxn modelId="{65C2465F-7CDA-4C8A-851B-2A34100EC929}" srcId="{AC8D4031-3D3D-455B-8B27-CCAEF2D73D6E}" destId="{90A04A4B-E416-47F3-871D-EF02EACEACEE}" srcOrd="0" destOrd="0" parTransId="{E58BF6D2-4C5B-41D3-9ED9-DACF89CEFF0B}" sibTransId="{2260DA37-E48D-44AE-A8C1-12C18B5548D3}"/>
    <dgm:cxn modelId="{72E35142-558F-46D1-87A4-CE1BEDEE25D5}" srcId="{BBCC77CB-3239-4028-B92B-0739EAC5202D}" destId="{D1527E0C-D62E-48FD-821E-D1A1A213F605}" srcOrd="1" destOrd="0" parTransId="{1767124C-76A1-4B42-ACDA-9A885BD97124}" sibTransId="{57ECDB07-ACC4-4975-A655-0A22A049D8A1}"/>
    <dgm:cxn modelId="{4FCAA342-7A9E-4623-9C26-8DF9D9BB57D3}" type="presOf" srcId="{236914AD-FC32-4408-956F-E1455E620124}" destId="{B9697EC0-EDCD-44F4-BE75-18D58B8F32A2}" srcOrd="0" destOrd="0" presId="urn:microsoft.com/office/officeart/2005/8/layout/hProcess10"/>
    <dgm:cxn modelId="{F55BC443-107B-4D53-B41B-D378C0A11132}" srcId="{B77DBDD6-AA05-4709-9C76-95BA1FE16547}" destId="{AC8D4031-3D3D-455B-8B27-CCAEF2D73D6E}" srcOrd="4" destOrd="0" parTransId="{15A4FD7D-A2E2-4A96-820A-75A57D9B3A32}" sibTransId="{B95375BF-E11A-4318-AAD3-E353AE96C82B}"/>
    <dgm:cxn modelId="{74506144-3A16-4153-A1C3-8394DCBA3C2D}" srcId="{56017C59-52B9-47FB-AAFE-63B056845EC5}" destId="{828B78F9-F1CC-49BB-8B9D-691A8E0A4A3F}" srcOrd="3" destOrd="0" parTransId="{9D451FD1-CEF5-41B9-8326-31D30BFDD409}" sibTransId="{3A1647A4-CC86-4649-B91A-67B599FA8614}"/>
    <dgm:cxn modelId="{7EA8A944-3495-4131-9761-9B369B994D84}" type="presOf" srcId="{56017C59-52B9-47FB-AAFE-63B056845EC5}" destId="{B982BE3A-EC69-4CFC-B064-D383998FCA1F}" srcOrd="0" destOrd="0" presId="urn:microsoft.com/office/officeart/2005/8/layout/hProcess10"/>
    <dgm:cxn modelId="{8ADE9D66-33C5-4656-8F53-BF40F3ADA886}" type="presOf" srcId="{511D1B95-0112-44B0-AF92-4BC2C4B6F32E}" destId="{B982BE3A-EC69-4CFC-B064-D383998FCA1F}" srcOrd="0" destOrd="3" presId="urn:microsoft.com/office/officeart/2005/8/layout/hProcess10"/>
    <dgm:cxn modelId="{BA163B47-FB16-4F98-B09A-5FA74E2F9955}" type="presOf" srcId="{26C85F89-C2BD-48C7-8A2A-E2E099BEE377}" destId="{B982BE3A-EC69-4CFC-B064-D383998FCA1F}" srcOrd="0" destOrd="2" presId="urn:microsoft.com/office/officeart/2005/8/layout/hProcess10"/>
    <dgm:cxn modelId="{C8021869-086F-482B-9C32-0E205C704031}" srcId="{56017C59-52B9-47FB-AAFE-63B056845EC5}" destId="{26C85F89-C2BD-48C7-8A2A-E2E099BEE377}" srcOrd="1" destOrd="0" parTransId="{5F0C9EF6-BB1F-49DE-A60A-088C5DEE38C2}" sibTransId="{117DDA04-D86B-4439-8CFD-8BAA6AD28625}"/>
    <dgm:cxn modelId="{5E9A094C-9D9A-49A0-8323-1D5099D3546E}" type="presOf" srcId="{BDB0DBA3-F8CB-462E-B84F-4C7DBFA2F1EC}" destId="{68B493AC-C569-4784-8FFA-BCF1791584F8}" srcOrd="0" destOrd="5" presId="urn:microsoft.com/office/officeart/2005/8/layout/hProcess10"/>
    <dgm:cxn modelId="{057DF06C-BCBC-48EF-A737-F1F70E14AF22}" type="presOf" srcId="{5F0250E9-7289-481B-B0EA-5FE4E9C46C14}" destId="{FE3027E4-9336-448D-9882-383985659A2A}" srcOrd="0" destOrd="0" presId="urn:microsoft.com/office/officeart/2005/8/layout/hProcess10"/>
    <dgm:cxn modelId="{DF383B4E-E81A-4A38-88FC-0A49D7128124}" srcId="{161DA826-5B5E-4C11-A280-B0053E9983C4}" destId="{3582F68D-7F69-43A3-B5C3-2B337E586824}" srcOrd="0" destOrd="0" parTransId="{D40E3A18-D160-434B-9836-311AE3D82CFC}" sibTransId="{7BA2B32B-796E-4A6E-B786-844169FAD836}"/>
    <dgm:cxn modelId="{5BC54F50-3EF4-47F0-9B86-632DADB14EE3}" srcId="{BBCC77CB-3239-4028-B92B-0739EAC5202D}" destId="{781D1951-4CE2-4F3E-B3B7-435C86F7E1D9}" srcOrd="3" destOrd="0" parTransId="{DD0B1088-E2FC-4DB9-BAF7-736FCEA7B040}" sibTransId="{8FAF778F-538A-4AF2-B1DE-463282C19B08}"/>
    <dgm:cxn modelId="{4A945873-59B4-4F0A-BC50-C59794CCCCFC}" srcId="{B77DBDD6-AA05-4709-9C76-95BA1FE16547}" destId="{56017C59-52B9-47FB-AAFE-63B056845EC5}" srcOrd="0" destOrd="0" parTransId="{754946E5-D1C3-433C-B007-8F279DDB813F}" sibTransId="{48DC1F63-1B6C-4C21-9943-462B07A993A0}"/>
    <dgm:cxn modelId="{DE666B58-CE70-434D-88E2-CC618CA011A8}" type="presOf" srcId="{B77DBDD6-AA05-4709-9C76-95BA1FE16547}" destId="{5E6A634B-74E2-404F-A179-FF05BF0B3865}" srcOrd="0" destOrd="0" presId="urn:microsoft.com/office/officeart/2005/8/layout/hProcess10"/>
    <dgm:cxn modelId="{9DEF7558-183C-4A95-B22D-C911D90EF4B5}" type="presOf" srcId="{427A6922-56DD-4697-8428-ED518FB24031}" destId="{FE3027E4-9336-448D-9882-383985659A2A}" srcOrd="0" destOrd="3" presId="urn:microsoft.com/office/officeart/2005/8/layout/hProcess10"/>
    <dgm:cxn modelId="{3B6DA780-0FA7-4568-A244-038EA42A3A36}" srcId="{56017C59-52B9-47FB-AAFE-63B056845EC5}" destId="{D5585649-E343-457E-9364-CCB11440D644}" srcOrd="0" destOrd="0" parTransId="{7CABD873-076C-42DB-AD9D-BC5A6C91859B}" sibTransId="{922F4960-6991-497D-B596-559D54D93EA7}"/>
    <dgm:cxn modelId="{FF405883-BF82-4308-9C3F-4533E5119F68}" type="presOf" srcId="{2374533F-3EA8-487F-BB67-DD112925A11F}" destId="{68B493AC-C569-4784-8FFA-BCF1791584F8}" srcOrd="0" destOrd="1" presId="urn:microsoft.com/office/officeart/2005/8/layout/hProcess10"/>
    <dgm:cxn modelId="{5288EC85-3AAD-4D52-A365-33B6543E4455}" type="presOf" srcId="{161DA826-5B5E-4C11-A280-B0053E9983C4}" destId="{FE3027E4-9336-448D-9882-383985659A2A}" srcOrd="0" destOrd="1" presId="urn:microsoft.com/office/officeart/2005/8/layout/hProcess10"/>
    <dgm:cxn modelId="{AAB6308C-74F4-4C15-97EF-7B41B55D4BFB}" type="presOf" srcId="{48DC1F63-1B6C-4C21-9943-462B07A993A0}" destId="{5676F9E3-32A1-49F5-B541-1B9D0AEF6961}" srcOrd="0" destOrd="0" presId="urn:microsoft.com/office/officeart/2005/8/layout/hProcess10"/>
    <dgm:cxn modelId="{B41E8496-4CA5-47C1-B7ED-D00DD01EA0FB}" srcId="{BBCC77CB-3239-4028-B92B-0739EAC5202D}" destId="{9E47656F-3FB8-4B61-BC23-AD51B232CBEF}" srcOrd="2" destOrd="0" parTransId="{11B3080D-3694-4218-ABAA-872D45553E1C}" sibTransId="{F3894B4D-853C-4FC2-A4A1-0FDBEEB4B576}"/>
    <dgm:cxn modelId="{0059ABA0-FDD2-4AC4-A74B-14D4008E2DC0}" type="presOf" srcId="{762053FE-1122-4319-B20E-2987AA39C51F}" destId="{A2116AFB-828C-4139-86E9-CE5F02E93535}" srcOrd="0" destOrd="3" presId="urn:microsoft.com/office/officeart/2005/8/layout/hProcess10"/>
    <dgm:cxn modelId="{3CA1D3A9-70F5-4C6E-8546-ECB3212F81BD}" srcId="{AC8D4031-3D3D-455B-8B27-CCAEF2D73D6E}" destId="{762053FE-1122-4319-B20E-2987AA39C51F}" srcOrd="2" destOrd="0" parTransId="{9D01A5ED-DFE4-41BD-95C2-ECDA6348533F}" sibTransId="{6009E8FB-CA3B-47A8-9572-ACEAA7EC1245}"/>
    <dgm:cxn modelId="{F7C972AA-4785-411B-809D-D9ADECFD120E}" type="presOf" srcId="{C40AAC4A-BBDD-45B2-AFB1-100EB41C5B8F}" destId="{68B493AC-C569-4784-8FFA-BCF1791584F8}" srcOrd="0" destOrd="2" presId="urn:microsoft.com/office/officeart/2005/8/layout/hProcess10"/>
    <dgm:cxn modelId="{321D85AC-1F25-4334-8A63-AD03296E13A1}" srcId="{5F0250E9-7289-481B-B0EA-5FE4E9C46C14}" destId="{161DA826-5B5E-4C11-A280-B0053E9983C4}" srcOrd="0" destOrd="0" parTransId="{12F90FBD-24F0-4ED5-9EC3-774734E3F856}" sibTransId="{6B805339-3C46-45A0-9CB4-21902200421A}"/>
    <dgm:cxn modelId="{24158AAC-60C2-4B0A-935A-4C8C8709BDD3}" srcId="{B77DBDD6-AA05-4709-9C76-95BA1FE16547}" destId="{34A00D13-26D7-4C5B-891C-81585F9ACD0E}" srcOrd="1" destOrd="0" parTransId="{29C67114-6A4F-498A-B200-650F3B9BE06E}" sibTransId="{A058837D-2BCE-4B6F-853F-9FB42F169937}"/>
    <dgm:cxn modelId="{245B47B6-BDB4-471B-A1B8-DCBCC3156C03}" type="presOf" srcId="{050B7D5A-DFB0-405A-A04F-3BD579286EAD}" destId="{A2116AFB-828C-4139-86E9-CE5F02E93535}" srcOrd="0" destOrd="2" presId="urn:microsoft.com/office/officeart/2005/8/layout/hProcess10"/>
    <dgm:cxn modelId="{329860B7-BF04-45C4-878E-4AF5499B269D}" type="presOf" srcId="{0D63EAC0-E193-4222-89EA-728B8E238FF2}" destId="{4BA92C4B-75CF-4764-B06E-4FC2B27F60E6}" srcOrd="0" destOrd="0" presId="urn:microsoft.com/office/officeart/2005/8/layout/hProcess10"/>
    <dgm:cxn modelId="{5E7D6EB9-E4E3-4734-9F31-804200A01C16}" type="presOf" srcId="{BBCC77CB-3239-4028-B92B-0739EAC5202D}" destId="{68B493AC-C569-4784-8FFA-BCF1791584F8}" srcOrd="0" destOrd="0" presId="urn:microsoft.com/office/officeart/2005/8/layout/hProcess10"/>
    <dgm:cxn modelId="{56BD26BA-998C-48E6-A12F-83F66DB1B5BD}" srcId="{2374533F-3EA8-487F-BB67-DD112925A11F}" destId="{BDB0DBA3-F8CB-462E-B84F-4C7DBFA2F1EC}" srcOrd="3" destOrd="0" parTransId="{DDE47AC4-FD76-4714-AA89-6F85BBE4DD24}" sibTransId="{9CA3B51E-FA22-4DFB-84F0-6C64322155E9}"/>
    <dgm:cxn modelId="{1299AAC1-B9CB-4405-97EC-F250212891FB}" type="presOf" srcId="{A058837D-2BCE-4B6F-853F-9FB42F169937}" destId="{74936FD3-AAA7-4178-9B5E-399DE15C2926}" srcOrd="1" destOrd="0" presId="urn:microsoft.com/office/officeart/2005/8/layout/hProcess10"/>
    <dgm:cxn modelId="{702414C4-4B6C-4433-810D-AC38E2149A29}" srcId="{2374533F-3EA8-487F-BB67-DD112925A11F}" destId="{DA20FF7E-57CF-4701-A852-A50932EB5F6A}" srcOrd="2" destOrd="0" parTransId="{E24FFC91-9AB0-43D8-AC2D-228653D0F6C4}" sibTransId="{1086EC31-0680-4166-9DA3-C5C94E0667E9}"/>
    <dgm:cxn modelId="{A1C57EC8-3931-48C2-8A40-45BE015136D6}" type="presOf" srcId="{34A00D13-26D7-4C5B-891C-81585F9ACD0E}" destId="{03D40CDB-009E-43D6-AEE0-BDA1E706250C}" srcOrd="0" destOrd="0" presId="urn:microsoft.com/office/officeart/2005/8/layout/hProcess10"/>
    <dgm:cxn modelId="{AD98D0CB-8366-4A39-B2A7-AF48ABA14DD2}" type="presOf" srcId="{032A6755-0F28-4838-B460-8F25BC6C53B6}" destId="{FE3027E4-9336-448D-9882-383985659A2A}" srcOrd="0" destOrd="4" presId="urn:microsoft.com/office/officeart/2005/8/layout/hProcess10"/>
    <dgm:cxn modelId="{4E9A0ACD-4DDD-43FB-9B44-F01754E221CA}" srcId="{B77DBDD6-AA05-4709-9C76-95BA1FE16547}" destId="{BBCC77CB-3239-4028-B92B-0739EAC5202D}" srcOrd="3" destOrd="0" parTransId="{14CC49D8-AD56-4BD5-89E9-8FFFA1445A6B}" sibTransId="{0D63EAC0-E193-4222-89EA-728B8E238FF2}"/>
    <dgm:cxn modelId="{FE4011CF-FD2B-4871-8542-9C701DAED56C}" srcId="{34A00D13-26D7-4C5B-891C-81585F9ACD0E}" destId="{D7F40839-B5F4-4F00-BD26-15A0F02FAD80}" srcOrd="0" destOrd="0" parTransId="{66DD8382-1570-4A4C-BACA-E218A0D5002B}" sibTransId="{5254FF42-1CCB-414B-82CA-633F16B195B7}"/>
    <dgm:cxn modelId="{7E38AED4-975F-4C2E-8E4A-2E3EC9B19E83}" type="presOf" srcId="{90A04A4B-E416-47F3-871D-EF02EACEACEE}" destId="{A2116AFB-828C-4139-86E9-CE5F02E93535}" srcOrd="0" destOrd="1" presId="urn:microsoft.com/office/officeart/2005/8/layout/hProcess10"/>
    <dgm:cxn modelId="{570039DB-DBC9-4ED1-B8FA-A327CFF8BC18}" srcId="{56017C59-52B9-47FB-AAFE-63B056845EC5}" destId="{511D1B95-0112-44B0-AF92-4BC2C4B6F32E}" srcOrd="2" destOrd="0" parTransId="{DFA4E785-4644-4937-8CB0-5E34C3ADA3DD}" sibTransId="{15DC4338-460A-4390-8AF7-663088A64959}"/>
    <dgm:cxn modelId="{5C2AE3E0-60B0-4F5D-A023-A415978C31E3}" type="presOf" srcId="{A058837D-2BCE-4B6F-853F-9FB42F169937}" destId="{AF0C9E0A-9D1C-4E35-BA47-7F2CB2260F37}" srcOrd="0" destOrd="0" presId="urn:microsoft.com/office/officeart/2005/8/layout/hProcess10"/>
    <dgm:cxn modelId="{806B83E1-1B68-4FCF-ADAF-E4C89E173E53}" srcId="{AC8D4031-3D3D-455B-8B27-CCAEF2D73D6E}" destId="{050B7D5A-DFB0-405A-A04F-3BD579286EAD}" srcOrd="1" destOrd="0" parTransId="{8AC072C9-62EF-419C-8615-6FF596181E3C}" sibTransId="{FAB56914-BAD2-446B-A3C7-53DC60CCD3F5}"/>
    <dgm:cxn modelId="{EFA412E3-0D7F-431A-BBBF-3C79F50A26ED}" type="presOf" srcId="{828B78F9-F1CC-49BB-8B9D-691A8E0A4A3F}" destId="{B982BE3A-EC69-4CFC-B064-D383998FCA1F}" srcOrd="0" destOrd="4" presId="urn:microsoft.com/office/officeart/2005/8/layout/hProcess10"/>
    <dgm:cxn modelId="{FF6310EA-CBCA-4AFB-927E-FAF8F37736FD}" type="presOf" srcId="{9E47656F-3FB8-4B61-BC23-AD51B232CBEF}" destId="{68B493AC-C569-4784-8FFA-BCF1791584F8}" srcOrd="0" destOrd="7" presId="urn:microsoft.com/office/officeart/2005/8/layout/hProcess10"/>
    <dgm:cxn modelId="{0F29ADED-7F8A-42F3-91FE-0F73E30D19EE}" type="presOf" srcId="{3BB35E82-9640-4F8E-98A6-8B889B695E50}" destId="{68B493AC-C569-4784-8FFA-BCF1791584F8}" srcOrd="0" destOrd="3" presId="urn:microsoft.com/office/officeart/2005/8/layout/hProcess10"/>
    <dgm:cxn modelId="{4743CEF8-E32F-4510-8573-FDE5BDF5012C}" type="presOf" srcId="{AC8D4031-3D3D-455B-8B27-CCAEF2D73D6E}" destId="{A2116AFB-828C-4139-86E9-CE5F02E93535}" srcOrd="0" destOrd="0" presId="urn:microsoft.com/office/officeart/2005/8/layout/hProcess10"/>
    <dgm:cxn modelId="{B55A6BF9-3F9B-40B8-A5C0-2A958FB5F502}" srcId="{BBCC77CB-3239-4028-B92B-0739EAC5202D}" destId="{2374533F-3EA8-487F-BB67-DD112925A11F}" srcOrd="0" destOrd="0" parTransId="{2BFA4095-D20C-4B1B-AEC0-D5FD13B6DFFA}" sibTransId="{7824D855-13D4-4D25-8425-7C07990237D2}"/>
    <dgm:cxn modelId="{16E597C0-7A03-4A25-9151-C59074E30B0C}" type="presParOf" srcId="{5E6A634B-74E2-404F-A179-FF05BF0B3865}" destId="{DB8FC1B2-4073-424D-90C7-129EBEF9724D}" srcOrd="0" destOrd="0" presId="urn:microsoft.com/office/officeart/2005/8/layout/hProcess10"/>
    <dgm:cxn modelId="{1966B663-4EC4-4901-82FC-75854A1F36CE}" type="presParOf" srcId="{DB8FC1B2-4073-424D-90C7-129EBEF9724D}" destId="{DCAE25DE-11C1-4C28-AE83-F4D0286A8CA8}" srcOrd="0" destOrd="0" presId="urn:microsoft.com/office/officeart/2005/8/layout/hProcess10"/>
    <dgm:cxn modelId="{D36DA0CD-A103-4429-AD57-8223D0D85158}" type="presParOf" srcId="{DB8FC1B2-4073-424D-90C7-129EBEF9724D}" destId="{B982BE3A-EC69-4CFC-B064-D383998FCA1F}" srcOrd="1" destOrd="0" presId="urn:microsoft.com/office/officeart/2005/8/layout/hProcess10"/>
    <dgm:cxn modelId="{18F8E453-DC34-4439-8752-F1F45814EB7C}" type="presParOf" srcId="{5E6A634B-74E2-404F-A179-FF05BF0B3865}" destId="{5676F9E3-32A1-49F5-B541-1B9D0AEF6961}" srcOrd="1" destOrd="0" presId="urn:microsoft.com/office/officeart/2005/8/layout/hProcess10"/>
    <dgm:cxn modelId="{E8315421-1D4A-4DF4-848D-FB4DF7C86AF1}" type="presParOf" srcId="{5676F9E3-32A1-49F5-B541-1B9D0AEF6961}" destId="{8283669A-4EB8-4D7E-9D3D-F2FAA2524787}" srcOrd="0" destOrd="0" presId="urn:microsoft.com/office/officeart/2005/8/layout/hProcess10"/>
    <dgm:cxn modelId="{79ADDF04-DA2A-46BC-AE04-EAD19C733ACA}" type="presParOf" srcId="{5E6A634B-74E2-404F-A179-FF05BF0B3865}" destId="{4054D5C7-7612-4059-9F6D-E818F8DF787B}" srcOrd="2" destOrd="0" presId="urn:microsoft.com/office/officeart/2005/8/layout/hProcess10"/>
    <dgm:cxn modelId="{B5C3465B-F302-4AE0-9AC6-4A056C4245A6}" type="presParOf" srcId="{4054D5C7-7612-4059-9F6D-E818F8DF787B}" destId="{81FA1DAD-79B7-4E6E-89D9-DFBCCB1F3F1B}" srcOrd="0" destOrd="0" presId="urn:microsoft.com/office/officeart/2005/8/layout/hProcess10"/>
    <dgm:cxn modelId="{8EAE4E86-4474-4E66-8B8D-2C183AC408B9}" type="presParOf" srcId="{4054D5C7-7612-4059-9F6D-E818F8DF787B}" destId="{03D40CDB-009E-43D6-AEE0-BDA1E706250C}" srcOrd="1" destOrd="0" presId="urn:microsoft.com/office/officeart/2005/8/layout/hProcess10"/>
    <dgm:cxn modelId="{48D5D9FF-C90A-4256-892C-54F2F8506179}" type="presParOf" srcId="{5E6A634B-74E2-404F-A179-FF05BF0B3865}" destId="{AF0C9E0A-9D1C-4E35-BA47-7F2CB2260F37}" srcOrd="3" destOrd="0" presId="urn:microsoft.com/office/officeart/2005/8/layout/hProcess10"/>
    <dgm:cxn modelId="{1618C16F-9AEC-40B9-AFE2-E64C56A4E26E}" type="presParOf" srcId="{AF0C9E0A-9D1C-4E35-BA47-7F2CB2260F37}" destId="{74936FD3-AAA7-4178-9B5E-399DE15C2926}" srcOrd="0" destOrd="0" presId="urn:microsoft.com/office/officeart/2005/8/layout/hProcess10"/>
    <dgm:cxn modelId="{A3CC9DB5-0080-4BB4-8D29-8CB5AC39C376}" type="presParOf" srcId="{5E6A634B-74E2-404F-A179-FF05BF0B3865}" destId="{4CC8576D-7935-48F9-B917-B778151BB779}" srcOrd="4" destOrd="0" presId="urn:microsoft.com/office/officeart/2005/8/layout/hProcess10"/>
    <dgm:cxn modelId="{FDCFD610-7F95-43E0-9E77-61480689B48F}" type="presParOf" srcId="{4CC8576D-7935-48F9-B917-B778151BB779}" destId="{E2D477E3-34C3-4EB0-AF4D-7ECFFE9019C4}" srcOrd="0" destOrd="0" presId="urn:microsoft.com/office/officeart/2005/8/layout/hProcess10"/>
    <dgm:cxn modelId="{C271B1FE-0DCA-4B23-AB18-8D9A91E70511}" type="presParOf" srcId="{4CC8576D-7935-48F9-B917-B778151BB779}" destId="{FE3027E4-9336-448D-9882-383985659A2A}" srcOrd="1" destOrd="0" presId="urn:microsoft.com/office/officeart/2005/8/layout/hProcess10"/>
    <dgm:cxn modelId="{70235BF3-E2E1-4686-B710-857940C377E2}" type="presParOf" srcId="{5E6A634B-74E2-404F-A179-FF05BF0B3865}" destId="{B9697EC0-EDCD-44F4-BE75-18D58B8F32A2}" srcOrd="5" destOrd="0" presId="urn:microsoft.com/office/officeart/2005/8/layout/hProcess10"/>
    <dgm:cxn modelId="{4C7FADB1-3826-4AEF-B33E-F1DA34D90731}" type="presParOf" srcId="{B9697EC0-EDCD-44F4-BE75-18D58B8F32A2}" destId="{462A8E53-B81C-48BA-BFD2-55A96B35966B}" srcOrd="0" destOrd="0" presId="urn:microsoft.com/office/officeart/2005/8/layout/hProcess10"/>
    <dgm:cxn modelId="{39F46021-E58A-4247-AC2C-FBF413A7B16E}" type="presParOf" srcId="{5E6A634B-74E2-404F-A179-FF05BF0B3865}" destId="{06584EFE-047C-4D70-BC2D-D3C8063504EA}" srcOrd="6" destOrd="0" presId="urn:microsoft.com/office/officeart/2005/8/layout/hProcess10"/>
    <dgm:cxn modelId="{629AA388-3582-484E-AE39-0E7061315F54}" type="presParOf" srcId="{06584EFE-047C-4D70-BC2D-D3C8063504EA}" destId="{F75EB8B6-7616-48AB-8C83-F9506FF1561E}" srcOrd="0" destOrd="0" presId="urn:microsoft.com/office/officeart/2005/8/layout/hProcess10"/>
    <dgm:cxn modelId="{79E2F93A-99ED-4DB2-A952-7EFF566DECC2}" type="presParOf" srcId="{06584EFE-047C-4D70-BC2D-D3C8063504EA}" destId="{68B493AC-C569-4784-8FFA-BCF1791584F8}" srcOrd="1" destOrd="0" presId="urn:microsoft.com/office/officeart/2005/8/layout/hProcess10"/>
    <dgm:cxn modelId="{C83128A1-2B9A-4C1C-AB98-234C08C08ACC}" type="presParOf" srcId="{5E6A634B-74E2-404F-A179-FF05BF0B3865}" destId="{4BA92C4B-75CF-4764-B06E-4FC2B27F60E6}" srcOrd="7" destOrd="0" presId="urn:microsoft.com/office/officeart/2005/8/layout/hProcess10"/>
    <dgm:cxn modelId="{288F0455-5CDA-47AC-BBAC-4622D3F852A8}" type="presParOf" srcId="{4BA92C4B-75CF-4764-B06E-4FC2B27F60E6}" destId="{BC4427ED-6ABA-463D-B76B-4EDBBB234491}" srcOrd="0" destOrd="0" presId="urn:microsoft.com/office/officeart/2005/8/layout/hProcess10"/>
    <dgm:cxn modelId="{BA394FCE-9F45-45D3-A377-4A88B1C963F3}" type="presParOf" srcId="{5E6A634B-74E2-404F-A179-FF05BF0B3865}" destId="{FD8C1C31-14D9-4911-8429-DB7C133C5BA6}" srcOrd="8" destOrd="0" presId="urn:microsoft.com/office/officeart/2005/8/layout/hProcess10"/>
    <dgm:cxn modelId="{EFA745E2-D7FB-4F0B-9BF1-A8C22AF8B066}" type="presParOf" srcId="{FD8C1C31-14D9-4911-8429-DB7C133C5BA6}" destId="{9E06B2D2-B935-4ACB-AF24-ECF745013F92}" srcOrd="0" destOrd="0" presId="urn:microsoft.com/office/officeart/2005/8/layout/hProcess10"/>
    <dgm:cxn modelId="{9137C21A-F1D7-4F91-91C2-FCA656778A67}" type="presParOf" srcId="{FD8C1C31-14D9-4911-8429-DB7C133C5BA6}" destId="{A2116AFB-828C-4139-86E9-CE5F02E93535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67CEE-6E13-468B-9DDA-A8CD2EAD99C5}">
      <dsp:nvSpPr>
        <dsp:cNvPr id="0" name=""/>
        <dsp:cNvSpPr/>
      </dsp:nvSpPr>
      <dsp:spPr>
        <a:xfrm>
          <a:off x="3152772" y="4"/>
          <a:ext cx="1367204" cy="13672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Cultivation</a:t>
          </a:r>
        </a:p>
      </dsp:txBody>
      <dsp:txXfrm>
        <a:off x="3352994" y="200226"/>
        <a:ext cx="966760" cy="966760"/>
      </dsp:txXfrm>
    </dsp:sp>
    <dsp:sp modelId="{4E431CCF-5A03-4C85-BCBC-2111722A7835}">
      <dsp:nvSpPr>
        <dsp:cNvPr id="0" name=""/>
        <dsp:cNvSpPr/>
      </dsp:nvSpPr>
      <dsp:spPr>
        <a:xfrm rot="2183073">
          <a:off x="4470412" y="1050360"/>
          <a:ext cx="353615" cy="4614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>
        <a:off x="4480752" y="1111181"/>
        <a:ext cx="247531" cy="276859"/>
      </dsp:txXfrm>
    </dsp:sp>
    <dsp:sp modelId="{66809B43-2E31-434E-A5BF-98850B199D7E}">
      <dsp:nvSpPr>
        <dsp:cNvPr id="0" name=""/>
        <dsp:cNvSpPr/>
      </dsp:nvSpPr>
      <dsp:spPr>
        <a:xfrm>
          <a:off x="4790577" y="1206816"/>
          <a:ext cx="1367204" cy="13672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Planting</a:t>
          </a:r>
        </a:p>
      </dsp:txBody>
      <dsp:txXfrm>
        <a:off x="4990799" y="1407038"/>
        <a:ext cx="966760" cy="966760"/>
      </dsp:txXfrm>
    </dsp:sp>
    <dsp:sp modelId="{99FE16D1-200E-499C-BE32-7CB9EFB33D92}">
      <dsp:nvSpPr>
        <dsp:cNvPr id="0" name=""/>
        <dsp:cNvSpPr/>
      </dsp:nvSpPr>
      <dsp:spPr>
        <a:xfrm rot="6480000">
          <a:off x="4979183" y="2625327"/>
          <a:ext cx="362492" cy="4614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 rot="10800000">
        <a:off x="5050359" y="2665900"/>
        <a:ext cx="253744" cy="276859"/>
      </dsp:txXfrm>
    </dsp:sp>
    <dsp:sp modelId="{0BABAFE1-DE12-4A9F-86C8-6A3C29640166}">
      <dsp:nvSpPr>
        <dsp:cNvPr id="0" name=""/>
        <dsp:cNvSpPr/>
      </dsp:nvSpPr>
      <dsp:spPr>
        <a:xfrm>
          <a:off x="4156736" y="3157579"/>
          <a:ext cx="1367204" cy="13672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Fertilizer</a:t>
          </a:r>
        </a:p>
      </dsp:txBody>
      <dsp:txXfrm>
        <a:off x="4356958" y="3357801"/>
        <a:ext cx="966760" cy="966760"/>
      </dsp:txXfrm>
    </dsp:sp>
    <dsp:sp modelId="{469B7384-9002-44E1-AEDB-D9C0E917219F}">
      <dsp:nvSpPr>
        <dsp:cNvPr id="0" name=""/>
        <dsp:cNvSpPr/>
      </dsp:nvSpPr>
      <dsp:spPr>
        <a:xfrm rot="10800000">
          <a:off x="3643775" y="3610465"/>
          <a:ext cx="362492" cy="4614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 rot="10800000">
        <a:off x="3752523" y="3702751"/>
        <a:ext cx="253744" cy="276859"/>
      </dsp:txXfrm>
    </dsp:sp>
    <dsp:sp modelId="{1F7F454A-4739-474C-A41D-991269AB51AF}">
      <dsp:nvSpPr>
        <dsp:cNvPr id="0" name=""/>
        <dsp:cNvSpPr/>
      </dsp:nvSpPr>
      <dsp:spPr>
        <a:xfrm>
          <a:off x="2105583" y="3157579"/>
          <a:ext cx="1367204" cy="13672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Ag </a:t>
          </a:r>
          <a:r>
            <a:rPr lang="en-GB" sz="1800" kern="1200" dirty="0" err="1"/>
            <a:t>Chem</a:t>
          </a:r>
          <a:r>
            <a:rPr lang="en-GB" sz="1800" kern="1200" dirty="0"/>
            <a:t> Spraying</a:t>
          </a:r>
        </a:p>
      </dsp:txBody>
      <dsp:txXfrm>
        <a:off x="2305805" y="3357801"/>
        <a:ext cx="966760" cy="966760"/>
      </dsp:txXfrm>
    </dsp:sp>
    <dsp:sp modelId="{38E3AF1D-1217-4D84-A103-A602BC781187}">
      <dsp:nvSpPr>
        <dsp:cNvPr id="0" name=""/>
        <dsp:cNvSpPr/>
      </dsp:nvSpPr>
      <dsp:spPr>
        <a:xfrm rot="15120000">
          <a:off x="2294189" y="2644841"/>
          <a:ext cx="362492" cy="4614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 rot="10800000">
        <a:off x="2365365" y="2788840"/>
        <a:ext cx="253744" cy="276859"/>
      </dsp:txXfrm>
    </dsp:sp>
    <dsp:sp modelId="{35C1A6F6-C38E-4D30-A21B-D4B570C7718E}">
      <dsp:nvSpPr>
        <dsp:cNvPr id="0" name=""/>
        <dsp:cNvSpPr/>
      </dsp:nvSpPr>
      <dsp:spPr>
        <a:xfrm>
          <a:off x="1471742" y="1206816"/>
          <a:ext cx="1367204" cy="13672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Harvest</a:t>
          </a:r>
        </a:p>
      </dsp:txBody>
      <dsp:txXfrm>
        <a:off x="1671964" y="1407038"/>
        <a:ext cx="966760" cy="966760"/>
      </dsp:txXfrm>
    </dsp:sp>
    <dsp:sp modelId="{CEF8EBB3-4398-455E-99B0-39E333F5CCA6}">
      <dsp:nvSpPr>
        <dsp:cNvPr id="0" name=""/>
        <dsp:cNvSpPr/>
      </dsp:nvSpPr>
      <dsp:spPr>
        <a:xfrm rot="19459525">
          <a:off x="2801232" y="1062439"/>
          <a:ext cx="372143" cy="4614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>
        <a:off x="2811707" y="1187279"/>
        <a:ext cx="260500" cy="276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E25DE-11C1-4C28-AE83-F4D0286A8CA8}">
      <dsp:nvSpPr>
        <dsp:cNvPr id="0" name=""/>
        <dsp:cNvSpPr/>
      </dsp:nvSpPr>
      <dsp:spPr>
        <a:xfrm>
          <a:off x="4826" y="422126"/>
          <a:ext cx="1128277" cy="11282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2BE3A-EC69-4CFC-B064-D383998FCA1F}">
      <dsp:nvSpPr>
        <dsp:cNvPr id="0" name=""/>
        <dsp:cNvSpPr/>
      </dsp:nvSpPr>
      <dsp:spPr>
        <a:xfrm>
          <a:off x="188499" y="1088273"/>
          <a:ext cx="1128277" cy="124843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Input Provider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Seed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Fertilizer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 Protection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Agronomy</a:t>
          </a:r>
        </a:p>
      </dsp:txBody>
      <dsp:txXfrm>
        <a:off x="221545" y="1121319"/>
        <a:ext cx="1062185" cy="1182347"/>
      </dsp:txXfrm>
    </dsp:sp>
    <dsp:sp modelId="{5676F9E3-32A1-49F5-B541-1B9D0AEF6961}">
      <dsp:nvSpPr>
        <dsp:cNvPr id="0" name=""/>
        <dsp:cNvSpPr/>
      </dsp:nvSpPr>
      <dsp:spPr>
        <a:xfrm rot="21594373">
          <a:off x="1350435" y="849254"/>
          <a:ext cx="217331" cy="2711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1350435" y="903529"/>
        <a:ext cx="152132" cy="162665"/>
      </dsp:txXfrm>
    </dsp:sp>
    <dsp:sp modelId="{81FA1DAD-79B7-4E6E-89D9-DFBCCB1F3F1B}">
      <dsp:nvSpPr>
        <dsp:cNvPr id="0" name=""/>
        <dsp:cNvSpPr/>
      </dsp:nvSpPr>
      <dsp:spPr>
        <a:xfrm>
          <a:off x="1754050" y="419263"/>
          <a:ext cx="1128277" cy="11282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40CDB-009E-43D6-AEE0-BDA1E706250C}">
      <dsp:nvSpPr>
        <dsp:cNvPr id="0" name=""/>
        <dsp:cNvSpPr/>
      </dsp:nvSpPr>
      <dsp:spPr>
        <a:xfrm>
          <a:off x="1937723" y="1079684"/>
          <a:ext cx="1128277" cy="1259891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Farmer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Crops                          (Grain and Oilseed)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Self-Service Portal</a:t>
          </a:r>
        </a:p>
      </dsp:txBody>
      <dsp:txXfrm>
        <a:off x="1970769" y="1112730"/>
        <a:ext cx="1062185" cy="1193799"/>
      </dsp:txXfrm>
    </dsp:sp>
    <dsp:sp modelId="{AF0C9E0A-9D1C-4E35-BA47-7F2CB2260F37}">
      <dsp:nvSpPr>
        <dsp:cNvPr id="0" name=""/>
        <dsp:cNvSpPr/>
      </dsp:nvSpPr>
      <dsp:spPr>
        <a:xfrm rot="10139">
          <a:off x="3099658" y="850473"/>
          <a:ext cx="217332" cy="2711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099658" y="904599"/>
        <a:ext cx="152132" cy="162665"/>
      </dsp:txXfrm>
    </dsp:sp>
    <dsp:sp modelId="{E2D477E3-34C3-4EB0-AF4D-7ECFFE9019C4}">
      <dsp:nvSpPr>
        <dsp:cNvPr id="0" name=""/>
        <dsp:cNvSpPr/>
      </dsp:nvSpPr>
      <dsp:spPr>
        <a:xfrm>
          <a:off x="3503274" y="424422"/>
          <a:ext cx="1128277" cy="11282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027E4-9336-448D-9882-383985659A2A}">
      <dsp:nvSpPr>
        <dsp:cNvPr id="0" name=""/>
        <dsp:cNvSpPr/>
      </dsp:nvSpPr>
      <dsp:spPr>
        <a:xfrm>
          <a:off x="3686947" y="1095161"/>
          <a:ext cx="1128277" cy="1239255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Storage Provider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Crops                          (Grain and Oilseed)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Grain Stores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Local Elevator (US)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Terminal</a:t>
          </a:r>
        </a:p>
      </dsp:txBody>
      <dsp:txXfrm>
        <a:off x="3719993" y="1128207"/>
        <a:ext cx="1062185" cy="1173163"/>
      </dsp:txXfrm>
    </dsp:sp>
    <dsp:sp modelId="{B9697EC0-EDCD-44F4-BE75-18D58B8F32A2}">
      <dsp:nvSpPr>
        <dsp:cNvPr id="0" name=""/>
        <dsp:cNvSpPr/>
      </dsp:nvSpPr>
      <dsp:spPr>
        <a:xfrm rot="21583547">
          <a:off x="4848882" y="848746"/>
          <a:ext cx="217333" cy="2711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848882" y="903124"/>
        <a:ext cx="152133" cy="162665"/>
      </dsp:txXfrm>
    </dsp:sp>
    <dsp:sp modelId="{F75EB8B6-7616-48AB-8C83-F9506FF1561E}">
      <dsp:nvSpPr>
        <dsp:cNvPr id="0" name=""/>
        <dsp:cNvSpPr/>
      </dsp:nvSpPr>
      <dsp:spPr>
        <a:xfrm>
          <a:off x="5252498" y="416051"/>
          <a:ext cx="1128277" cy="11282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493AC-C569-4784-8FFA-BCF1791584F8}">
      <dsp:nvSpPr>
        <dsp:cNvPr id="0" name=""/>
        <dsp:cNvSpPr/>
      </dsp:nvSpPr>
      <dsp:spPr>
        <a:xfrm>
          <a:off x="5436171" y="1070046"/>
          <a:ext cx="1128277" cy="127274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Trader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Crops                      (Grain and Oilseed)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Originator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Cross Country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Exports and Shipping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Futures / Options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Biofuels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Feed Ingredients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sp:txBody>
      <dsp:txXfrm>
        <a:off x="5469217" y="1103092"/>
        <a:ext cx="1062185" cy="1206650"/>
      </dsp:txXfrm>
    </dsp:sp>
    <dsp:sp modelId="{4BA92C4B-75CF-4764-B06E-4FC2B27F60E6}">
      <dsp:nvSpPr>
        <dsp:cNvPr id="0" name=""/>
        <dsp:cNvSpPr/>
      </dsp:nvSpPr>
      <dsp:spPr>
        <a:xfrm rot="21585382">
          <a:off x="6598106" y="840850"/>
          <a:ext cx="217333" cy="2711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6598106" y="895211"/>
        <a:ext cx="152133" cy="162665"/>
      </dsp:txXfrm>
    </dsp:sp>
    <dsp:sp modelId="{9E06B2D2-B935-4ACB-AF24-ECF745013F92}">
      <dsp:nvSpPr>
        <dsp:cNvPr id="0" name=""/>
        <dsp:cNvSpPr/>
      </dsp:nvSpPr>
      <dsp:spPr>
        <a:xfrm>
          <a:off x="7001722" y="408612"/>
          <a:ext cx="1128277" cy="11282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16AFB-828C-4139-86E9-CE5F02E93535}">
      <dsp:nvSpPr>
        <dsp:cNvPr id="0" name=""/>
        <dsp:cNvSpPr/>
      </dsp:nvSpPr>
      <dsp:spPr>
        <a:xfrm>
          <a:off x="7185396" y="1047731"/>
          <a:ext cx="1128277" cy="1302495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Processor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Biofuels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Malting and distilling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Animal Feed Manufacture</a:t>
          </a:r>
        </a:p>
      </dsp:txBody>
      <dsp:txXfrm>
        <a:off x="7218442" y="1080777"/>
        <a:ext cx="1062185" cy="1236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BAD5-2DE3-45D9-A089-C08A8480FDC2}" type="datetimeFigureOut">
              <a:rPr lang="en-US" smtClean="0"/>
              <a:pPr/>
              <a:t>5/21/2021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97915-51A0-43F2-8C48-00D360AF15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32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CSI is 5</a:t>
            </a:r>
            <a:r>
              <a:rPr lang="en-GB" baseline="30000" dirty="0"/>
              <a:t>th</a:t>
            </a:r>
            <a:r>
              <a:rPr lang="en-GB" dirty="0"/>
              <a:t> largest Canadian</a:t>
            </a:r>
            <a:r>
              <a:rPr lang="en-GB" baseline="0" dirty="0"/>
              <a:t> software house</a:t>
            </a:r>
            <a:r>
              <a:rPr lang="en-GB" dirty="0"/>
              <a:t>.</a:t>
            </a:r>
            <a:r>
              <a:rPr lang="en-GB" baseline="0" dirty="0"/>
              <a:t>  Buys software companies with a strong presence in vertical markets</a:t>
            </a:r>
          </a:p>
          <a:p>
            <a:r>
              <a:rPr lang="en-GB" baseline="0" dirty="0"/>
              <a:t>Keeps them forever</a:t>
            </a:r>
          </a:p>
          <a:p>
            <a:r>
              <a:rPr lang="en-GB" baseline="0" dirty="0"/>
              <a:t>Share best practice between unrelated industries</a:t>
            </a:r>
          </a:p>
          <a:p>
            <a:r>
              <a:rPr lang="en-GB" baseline="0" dirty="0"/>
              <a:t>Organised into operating groups of which Volaris is one</a:t>
            </a:r>
          </a:p>
          <a:p>
            <a:r>
              <a:rPr lang="en-GB" baseline="0" dirty="0"/>
              <a:t>Cultura is No1 Agri-business software provider in the UK.  Over 40 years experience doing just that</a:t>
            </a:r>
          </a:p>
          <a:p>
            <a:r>
              <a:rPr lang="en-GB" baseline="0" dirty="0"/>
              <a:t>We support UK agriculture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0CA64-5C13-4A47-AC3E-432CDD4C7C62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711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670" y="1600200"/>
            <a:ext cx="5351930" cy="1470025"/>
          </a:xfrm>
        </p:spPr>
        <p:txBody>
          <a:bodyPr anchor="b">
            <a:normAutofit/>
          </a:bodyPr>
          <a:lstStyle>
            <a:lvl1pPr algn="l">
              <a:defRPr sz="28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2670" y="3048000"/>
            <a:ext cx="535193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Isosceles Triangle 3"/>
          <p:cNvSpPr/>
          <p:nvPr userDrawn="1"/>
        </p:nvSpPr>
        <p:spPr>
          <a:xfrm rot="3858028">
            <a:off x="5880441" y="6158663"/>
            <a:ext cx="721968" cy="513680"/>
          </a:xfrm>
          <a:prstGeom prst="triangle">
            <a:avLst/>
          </a:prstGeom>
          <a:solidFill>
            <a:srgbClr val="AFD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/>
          <p:cNvSpPr/>
          <p:nvPr userDrawn="1"/>
        </p:nvSpPr>
        <p:spPr>
          <a:xfrm>
            <a:off x="6172200" y="6248400"/>
            <a:ext cx="457200" cy="603758"/>
          </a:xfrm>
          <a:prstGeom prst="rect">
            <a:avLst/>
          </a:prstGeom>
          <a:solidFill>
            <a:srgbClr val="AFD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Isosceles Triangle 6"/>
          <p:cNvSpPr/>
          <p:nvPr userDrawn="1"/>
        </p:nvSpPr>
        <p:spPr>
          <a:xfrm>
            <a:off x="5644896" y="6324600"/>
            <a:ext cx="533400" cy="533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/>
          <p:cNvSpPr/>
          <p:nvPr userDrawn="1"/>
        </p:nvSpPr>
        <p:spPr>
          <a:xfrm>
            <a:off x="2438400" y="6400800"/>
            <a:ext cx="3473196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656" y="4324350"/>
            <a:ext cx="7772400" cy="100965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656" y="5334000"/>
            <a:ext cx="6400800" cy="762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33363" indent="-233363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0184" y="3273425"/>
            <a:ext cx="6629400" cy="1470025"/>
          </a:xfrm>
        </p:spPr>
        <p:txBody>
          <a:bodyPr anchor="b">
            <a:normAutofit/>
          </a:bodyPr>
          <a:lstStyle>
            <a:lvl1pPr algn="l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0184" y="4724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40" y="2345245"/>
            <a:ext cx="5351930" cy="1470025"/>
          </a:xfrm>
        </p:spPr>
        <p:txBody>
          <a:bodyPr anchor="b">
            <a:normAutofit/>
          </a:bodyPr>
          <a:lstStyle>
            <a:lvl1pPr algn="l">
              <a:defRPr sz="2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540" y="3821112"/>
            <a:ext cx="535193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3858028">
            <a:off x="5880441" y="6158663"/>
            <a:ext cx="721968" cy="513680"/>
          </a:xfrm>
          <a:prstGeom prst="triangle">
            <a:avLst/>
          </a:prstGeom>
          <a:solidFill>
            <a:srgbClr val="AFD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2200" y="6248400"/>
            <a:ext cx="457200" cy="603758"/>
          </a:xfrm>
          <a:prstGeom prst="rect">
            <a:avLst/>
          </a:prstGeom>
          <a:solidFill>
            <a:srgbClr val="AFD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5644896" y="6324600"/>
            <a:ext cx="533400" cy="533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38400" y="6400800"/>
            <a:ext cx="3473196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38806"/>
            <a:ext cx="4976919" cy="1448469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8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5055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6565900" y="6289591"/>
            <a:ext cx="2133600" cy="365125"/>
          </a:xfrm>
        </p:spPr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032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3458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3905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5539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7263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9837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7644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7702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218058" y="1449996"/>
            <a:ext cx="6796088" cy="759804"/>
          </a:xfrm>
        </p:spPr>
        <p:txBody>
          <a:bodyPr>
            <a:noAutofit/>
          </a:bodyPr>
          <a:lstStyle>
            <a:lvl1pPr marL="0" indent="0" algn="r">
              <a:buNone/>
              <a:defRPr sz="3600" b="1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218058" y="2209800"/>
            <a:ext cx="6796088" cy="1144820"/>
          </a:xfrm>
        </p:spPr>
        <p:txBody>
          <a:bodyPr>
            <a:noAutofit/>
          </a:bodyPr>
          <a:lstStyle>
            <a:lvl1pPr marL="0" indent="0" algn="r">
              <a:buNone/>
              <a:defRPr sz="200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7162800" y="5348489"/>
            <a:ext cx="2641600" cy="11811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250" y="5624868"/>
            <a:ext cx="1562100" cy="65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345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age 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28650" y="1203769"/>
            <a:ext cx="7886700" cy="4862347"/>
          </a:xfrm>
        </p:spPr>
        <p:txBody>
          <a:bodyPr/>
          <a:lstStyle>
            <a:lvl1pPr>
              <a:defRPr sz="2200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 sz="2000"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defRPr sz="1800"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defRPr sz="1600"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defRPr sz="1600"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5519" y="6316755"/>
            <a:ext cx="2057400" cy="365125"/>
          </a:xfrm>
        </p:spPr>
        <p:txBody>
          <a:bodyPr/>
          <a:lstStyle>
            <a:lvl1pPr>
              <a:defRPr sz="750" b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7A16FB86-8118-E94D-9F53-C323551B69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539368"/>
            <a:ext cx="4809624" cy="4676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 i="0" baseline="0">
                <a:solidFill>
                  <a:srgbClr val="8CC63E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Subtitle Line 1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28651" y="6384376"/>
            <a:ext cx="5991727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50" dirty="0">
                <a:solidFill>
                  <a:prstClr val="black"/>
                </a:solidFill>
                <a:latin typeface="Century Gothic" charset="0"/>
                <a:ea typeface="Century Gothic" charset="0"/>
                <a:cs typeface="Century Gothic" charset="0"/>
              </a:rPr>
              <a:t>© 2017 </a:t>
            </a:r>
            <a:r>
              <a:rPr lang="en-US" sz="750" dirty="0" err="1">
                <a:solidFill>
                  <a:prstClr val="black"/>
                </a:solidFill>
                <a:latin typeface="Century Gothic" charset="0"/>
                <a:ea typeface="Century Gothic" charset="0"/>
                <a:cs typeface="Century Gothic" charset="0"/>
              </a:rPr>
              <a:t>Solentra</a:t>
            </a:r>
            <a:r>
              <a:rPr lang="en-US" sz="750" dirty="0">
                <a:solidFill>
                  <a:prstClr val="black"/>
                </a:solidFill>
                <a:latin typeface="Century Gothic" charset="0"/>
                <a:ea typeface="Century Gothic" charset="0"/>
                <a:cs typeface="Century Gothic" charset="0"/>
              </a:rPr>
              <a:t>, a </a:t>
            </a:r>
            <a:r>
              <a:rPr lang="en-US" sz="750" dirty="0" err="1">
                <a:solidFill>
                  <a:prstClr val="black"/>
                </a:solidFill>
                <a:latin typeface="Century Gothic" charset="0"/>
                <a:ea typeface="Century Gothic" charset="0"/>
                <a:cs typeface="Century Gothic" charset="0"/>
              </a:rPr>
              <a:t>Cultura</a:t>
            </a:r>
            <a:r>
              <a:rPr lang="en-US" sz="750" dirty="0">
                <a:solidFill>
                  <a:prstClr val="black"/>
                </a:solidFill>
                <a:latin typeface="Century Gothic" charset="0"/>
                <a:ea typeface="Century Gothic" charset="0"/>
                <a:cs typeface="Century Gothic" charset="0"/>
              </a:rPr>
              <a:t> Technologies company, its subsidiaries and affiliates. All rights reserved.</a:t>
            </a:r>
            <a:endParaRPr lang="en-US" sz="750" dirty="0">
              <a:solidFill>
                <a:srgbClr val="E7E6E6">
                  <a:lumMod val="50000"/>
                </a:srgb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1484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g -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5519" y="6316755"/>
            <a:ext cx="2057400" cy="365125"/>
          </a:xfrm>
        </p:spPr>
        <p:txBody>
          <a:bodyPr/>
          <a:lstStyle>
            <a:lvl1pPr>
              <a:defRPr sz="750" b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7A16FB86-8118-E94D-9F53-C323551B6965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628651" y="6384376"/>
            <a:ext cx="5991727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© 2017 </a:t>
            </a:r>
            <a:r>
              <a:rPr lang="en-US" sz="750" b="1" dirty="0" err="1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Solentra</a:t>
            </a: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, a </a:t>
            </a:r>
            <a:r>
              <a:rPr lang="en-US" sz="750" b="1" dirty="0" err="1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Cultura</a:t>
            </a: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Technologies company, its subsidiaries and affiliates. All rights reserved.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50" y="1203769"/>
            <a:ext cx="7886700" cy="4862347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 sz="20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defRPr sz="18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defRPr sz="16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defRPr sz="16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539368"/>
            <a:ext cx="4809624" cy="4676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Subtitle Line 1</a:t>
            </a:r>
          </a:p>
        </p:txBody>
      </p:sp>
    </p:spTree>
    <p:extLst>
      <p:ext uri="{BB962C8B-B14F-4D97-AF65-F5344CB8AC3E}">
        <p14:creationId xmlns:p14="http://schemas.microsoft.com/office/powerpoint/2010/main" val="33115920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age - dark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5519" y="6316755"/>
            <a:ext cx="2057400" cy="365125"/>
          </a:xfrm>
        </p:spPr>
        <p:txBody>
          <a:bodyPr/>
          <a:lstStyle>
            <a:lvl1pPr>
              <a:defRPr sz="750" b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7A16FB86-8118-E94D-9F53-C323551B6965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628651" y="6384376"/>
            <a:ext cx="5991727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© 2017 </a:t>
            </a:r>
            <a:r>
              <a:rPr lang="en-US" sz="750" b="1" dirty="0" err="1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Solentra</a:t>
            </a: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, a </a:t>
            </a:r>
            <a:r>
              <a:rPr lang="en-US" sz="750" b="1" dirty="0" err="1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Cultura</a:t>
            </a: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Technologies company, its subsidiaries and affiliates. All rights reserved.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50" y="1203769"/>
            <a:ext cx="7886700" cy="4862347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 sz="20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defRPr sz="18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defRPr sz="16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defRPr sz="160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539368"/>
            <a:ext cx="4809624" cy="4676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Subtitle Line 1</a:t>
            </a:r>
          </a:p>
        </p:txBody>
      </p:sp>
    </p:spTree>
    <p:extLst>
      <p:ext uri="{BB962C8B-B14F-4D97-AF65-F5344CB8AC3E}">
        <p14:creationId xmlns:p14="http://schemas.microsoft.com/office/powerpoint/2010/main" val="39913438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28651" y="6384376"/>
            <a:ext cx="5991727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© 2017 </a:t>
            </a:r>
            <a:r>
              <a:rPr lang="en-US" sz="750" b="1" dirty="0" err="1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Solentra</a:t>
            </a: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, a </a:t>
            </a:r>
            <a:r>
              <a:rPr lang="en-US" sz="750" b="1" dirty="0" err="1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Cultura</a:t>
            </a:r>
            <a:r>
              <a:rPr lang="en-US" sz="75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Technologies company, its subsidiaries and affiliates. All rights reserved.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7162800" y="5348489"/>
            <a:ext cx="2641600" cy="11811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250" y="5624868"/>
            <a:ext cx="1562100" cy="653742"/>
          </a:xfrm>
          <a:prstGeom prst="rect">
            <a:avLst/>
          </a:prstGeom>
        </p:spPr>
      </p:pic>
      <p:sp>
        <p:nvSpPr>
          <p:cNvPr id="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12984"/>
            <a:ext cx="9144000" cy="702894"/>
          </a:xfrm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51028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gi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gi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5440" y="304800"/>
            <a:ext cx="76200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816" y="1143000"/>
            <a:ext cx="76297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73E5CD0B-3CAB-4F0A-BFCC-5952728895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2362200" y="6324600"/>
            <a:ext cx="4191000" cy="396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/>
          <p:cNvSpPr txBox="1"/>
          <p:nvPr userDrawn="1"/>
        </p:nvSpPr>
        <p:spPr>
          <a:xfrm>
            <a:off x="2438400" y="6400800"/>
            <a:ext cx="4114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0" i="0" kern="1200" dirty="0">
                <a:solidFill>
                  <a:srgbClr val="353536"/>
                </a:solidFill>
                <a:effectLst/>
                <a:latin typeface="+mn-lt"/>
                <a:ea typeface="+mn-ea"/>
                <a:cs typeface="+mn-cs"/>
              </a:rPr>
              <a:t>© </a:t>
            </a:r>
            <a:r>
              <a:rPr lang="en-CA" sz="1000" dirty="0">
                <a:solidFill>
                  <a:srgbClr val="353536"/>
                </a:solidFill>
              </a:rPr>
              <a:t>2015 Cultura Technologies,</a:t>
            </a:r>
            <a:r>
              <a:rPr lang="en-CA" sz="1000" baseline="0" dirty="0">
                <a:solidFill>
                  <a:srgbClr val="353536"/>
                </a:solidFill>
              </a:rPr>
              <a:t> LLC, its subsidiaries and affiliates. All rights reserved.</a:t>
            </a:r>
            <a:endParaRPr lang="en-CA" sz="1000" dirty="0">
              <a:solidFill>
                <a:srgbClr val="35353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9C670524-8E0A-48F5-A7C3-D32B28111C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016" y="2746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016" y="12954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E139F6EE-1632-473A-BC0B-09AA9FFA3D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5440" y="304800"/>
            <a:ext cx="76200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816" y="1143000"/>
            <a:ext cx="76297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6565900" y="628959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9C670524-8E0A-48F5-A7C3-D32B28111C6A}" type="slidenum">
              <a:rPr lang="en-US" smtClean="0">
                <a:solidFill>
                  <a:srgbClr val="00723F"/>
                </a:solidFill>
              </a:rPr>
              <a:pPr/>
              <a:t>‹#›</a:t>
            </a:fld>
            <a:endParaRPr lang="en-US">
              <a:solidFill>
                <a:srgbClr val="00723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62200" y="6324600"/>
            <a:ext cx="4191000" cy="396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8400" y="6400800"/>
            <a:ext cx="4114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>
                <a:solidFill>
                  <a:srgbClr val="353536"/>
                </a:solidFill>
              </a:rPr>
              <a:t>© 2016 Cultura Technologies, LLC, its subsidiaries and affiliates. All rights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192922"/>
            <a:ext cx="1816100" cy="5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9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0D3CA-5487-6243-B542-D82BB1B9DE4D}" type="datetime1">
              <a:rPr lang="en-CA" smtClean="0">
                <a:solidFill>
                  <a:prstClr val="black">
                    <a:tint val="75000"/>
                  </a:prstClr>
                </a:solidFill>
              </a:rPr>
              <a:pPr/>
              <a:t>2021-05-21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6FB86-8118-E94D-9F53-C323551B69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5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Cultura Enterprise Group </a:t>
            </a:r>
            <a:br>
              <a:rPr lang="en-US" dirty="0"/>
            </a:br>
            <a:r>
              <a:rPr lang="en-US" dirty="0"/>
              <a:t>High Level Overview</a:t>
            </a:r>
          </a:p>
        </p:txBody>
      </p:sp>
    </p:spTree>
    <p:extLst>
      <p:ext uri="{BB962C8B-B14F-4D97-AF65-F5344CB8AC3E}">
        <p14:creationId xmlns:p14="http://schemas.microsoft.com/office/powerpoint/2010/main" val="23619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186186" y="53340"/>
            <a:ext cx="8837326" cy="6301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dirty="0">
                <a:solidFill>
                  <a:prstClr val="white"/>
                </a:solidFill>
              </a:rPr>
              <a:t>Constellation Software </a:t>
            </a:r>
            <a:r>
              <a:rPr lang="en-GB" b="1" dirty="0" err="1">
                <a:solidFill>
                  <a:prstClr val="white"/>
                </a:solidFill>
              </a:rPr>
              <a:t>Inc</a:t>
            </a:r>
            <a:r>
              <a:rPr lang="en-GB" b="1" dirty="0">
                <a:solidFill>
                  <a:prstClr val="white"/>
                </a:solidFill>
              </a:rPr>
              <a:t> (CSI)</a:t>
            </a:r>
          </a:p>
          <a:p>
            <a:r>
              <a:rPr lang="en-GB" b="1" dirty="0">
                <a:solidFill>
                  <a:prstClr val="white"/>
                </a:solidFill>
              </a:rPr>
              <a:t>$15.4B </a:t>
            </a:r>
            <a:r>
              <a:rPr lang="en-GB" dirty="0">
                <a:solidFill>
                  <a:prstClr val="white"/>
                </a:solidFill>
              </a:rPr>
              <a:t>Market CAP</a:t>
            </a:r>
          </a:p>
          <a:p>
            <a:r>
              <a:rPr lang="en-GB" b="1" dirty="0">
                <a:solidFill>
                  <a:prstClr val="white"/>
                </a:solidFill>
              </a:rPr>
              <a:t>26% </a:t>
            </a:r>
            <a:r>
              <a:rPr lang="en-GB" dirty="0">
                <a:solidFill>
                  <a:prstClr val="white"/>
                </a:solidFill>
              </a:rPr>
              <a:t>10 Year CAGR</a:t>
            </a:r>
          </a:p>
          <a:p>
            <a:r>
              <a:rPr lang="en-GB" b="1" dirty="0">
                <a:solidFill>
                  <a:prstClr val="white"/>
                </a:solidFill>
              </a:rPr>
              <a:t>27% </a:t>
            </a:r>
            <a:r>
              <a:rPr lang="en-GB" dirty="0">
                <a:solidFill>
                  <a:prstClr val="white"/>
                </a:solidFill>
              </a:rPr>
              <a:t>3 Year CAGR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6186" y="1533850"/>
            <a:ext cx="8823959" cy="4604007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wordArtVert" rtlCol="0" anchor="t"/>
          <a:lstStyle/>
          <a:p>
            <a:r>
              <a:rPr lang="en-GB" dirty="0">
                <a:solidFill>
                  <a:prstClr val="white"/>
                </a:solidFill>
              </a:rPr>
              <a:t>Volaris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9188" y="1654076"/>
            <a:ext cx="8823959" cy="458053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wordArtVert" rtlCol="0" anchor="t"/>
          <a:lstStyle/>
          <a:p>
            <a:r>
              <a:rPr lang="en-GB" dirty="0">
                <a:solidFill>
                  <a:prstClr val="white"/>
                </a:solidFill>
              </a:rPr>
              <a:t>Volaris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6FB86-8118-E94D-9F53-C323551B69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97412" y="317246"/>
            <a:ext cx="2331172" cy="113445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prstClr val="white"/>
                </a:solidFill>
              </a:rPr>
              <a:t>22</a:t>
            </a:r>
            <a:r>
              <a:rPr lang="en-GB" sz="3200" baseline="30000" dirty="0">
                <a:solidFill>
                  <a:prstClr val="white"/>
                </a:solidFill>
              </a:rPr>
              <a:t>nd</a:t>
            </a:r>
            <a:r>
              <a:rPr lang="en-GB" sz="4400" dirty="0">
                <a:solidFill>
                  <a:prstClr val="white"/>
                </a:solidFill>
              </a:rPr>
              <a:t> </a:t>
            </a:r>
          </a:p>
          <a:p>
            <a:pPr algn="ctr"/>
            <a:r>
              <a:rPr lang="en-GB" sz="1200" dirty="0">
                <a:solidFill>
                  <a:prstClr val="white"/>
                </a:solidFill>
              </a:rPr>
              <a:t>Innovative Software Company </a:t>
            </a:r>
            <a:r>
              <a:rPr lang="en-GB" sz="1200" b="1" dirty="0">
                <a:solidFill>
                  <a:prstClr val="white"/>
                </a:solidFill>
              </a:rPr>
              <a:t>Globally</a:t>
            </a:r>
            <a:r>
              <a:rPr lang="en-GB" sz="1200" dirty="0">
                <a:solidFill>
                  <a:prstClr val="white"/>
                </a:solidFill>
              </a:rPr>
              <a:t>, </a:t>
            </a:r>
            <a:r>
              <a:rPr lang="en-GB" sz="1200" b="1" dirty="0">
                <a:solidFill>
                  <a:prstClr val="white"/>
                </a:solidFill>
              </a:rPr>
              <a:t>2017</a:t>
            </a:r>
            <a:r>
              <a:rPr lang="en-GB" sz="1200" dirty="0">
                <a:solidFill>
                  <a:prstClr val="white"/>
                </a:solidFill>
              </a:rPr>
              <a:t> - Forbes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7642" y="1788440"/>
            <a:ext cx="8702502" cy="458053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r>
              <a:rPr lang="en-GB" sz="2400" dirty="0">
                <a:solidFill>
                  <a:prstClr val="white"/>
                </a:solidFill>
              </a:rPr>
              <a:t>Volaris</a:t>
            </a:r>
          </a:p>
          <a:p>
            <a:r>
              <a:rPr lang="en-GB" sz="2400" dirty="0">
                <a:solidFill>
                  <a:prstClr val="white"/>
                </a:solidFill>
              </a:rPr>
              <a:t>Operating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4217" y="1964685"/>
            <a:ext cx="7699296" cy="44054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b="1" dirty="0">
                <a:solidFill>
                  <a:prstClr val="black"/>
                </a:solidFill>
              </a:rPr>
              <a:t>Cultura Software UK and Ireland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471020" y="2544119"/>
            <a:ext cx="7051981" cy="3742778"/>
            <a:chOff x="1398425" y="2464176"/>
            <a:chExt cx="6862913" cy="3679355"/>
          </a:xfrm>
        </p:grpSpPr>
        <p:sp>
          <p:nvSpPr>
            <p:cNvPr id="5" name="Rounded Rectangle 4"/>
            <p:cNvSpPr/>
            <p:nvPr/>
          </p:nvSpPr>
          <p:spPr>
            <a:xfrm>
              <a:off x="3740417" y="2470719"/>
              <a:ext cx="185928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dirty="0">
                  <a:solidFill>
                    <a:prstClr val="white"/>
                  </a:solidFill>
                </a:rPr>
                <a:t>&gt;55% </a:t>
              </a:r>
            </a:p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UK Grains Traded through Cultura Systems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33941" y="5000531"/>
              <a:ext cx="185928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dirty="0">
                  <a:solidFill>
                    <a:prstClr val="white"/>
                  </a:solidFill>
                </a:rPr>
                <a:t>70% </a:t>
              </a:r>
            </a:p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Irish Dairy CO-OPS use Cultura Solutions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14617" y="4994788"/>
              <a:ext cx="185928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dirty="0">
                  <a:solidFill>
                    <a:prstClr val="white"/>
                  </a:solidFill>
                </a:rPr>
                <a:t>&gt;1MT </a:t>
              </a:r>
            </a:p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Fertiliser moved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060261" y="3739264"/>
              <a:ext cx="185928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prstClr val="white"/>
                  </a:solidFill>
                </a:rPr>
                <a:t>&gt;3MT</a:t>
              </a:r>
            </a:p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Animal Feed through Cultura Systems UK and Ireland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028802" y="2464176"/>
              <a:ext cx="185928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dirty="0">
                  <a:solidFill>
                    <a:prstClr val="white"/>
                  </a:solidFill>
                </a:rPr>
                <a:t>&gt;40% </a:t>
              </a:r>
              <a:r>
                <a:rPr lang="en-GB" sz="1200" dirty="0">
                  <a:solidFill>
                    <a:prstClr val="white"/>
                  </a:solidFill>
                </a:rPr>
                <a:t>Irish Cereal Intake processed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402058" y="3732382"/>
              <a:ext cx="185928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dirty="0">
                  <a:solidFill>
                    <a:prstClr val="white"/>
                  </a:solidFill>
                </a:rPr>
                <a:t>&gt;50% </a:t>
              </a:r>
            </a:p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UK Certified Cereal Seed via Cultura systems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98425" y="3739264"/>
              <a:ext cx="2179320" cy="1143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dirty="0">
                  <a:solidFill>
                    <a:prstClr val="white"/>
                  </a:solidFill>
                </a:rPr>
                <a:t>70% </a:t>
              </a:r>
            </a:p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UK Regional Grain Companies use Cultura solutions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655232" y="317245"/>
            <a:ext cx="1101911" cy="114866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prstClr val="white"/>
                </a:solidFill>
              </a:rPr>
              <a:t>250</a:t>
            </a:r>
            <a:endParaRPr lang="en-GB" sz="5400" dirty="0">
              <a:solidFill>
                <a:prstClr val="white"/>
              </a:solidFill>
            </a:endParaRPr>
          </a:p>
          <a:p>
            <a:pPr algn="ctr"/>
            <a:r>
              <a:rPr lang="en-GB" sz="1200" dirty="0">
                <a:solidFill>
                  <a:prstClr val="white"/>
                </a:solidFill>
              </a:rPr>
              <a:t>Offices Worldwide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490" y="317245"/>
            <a:ext cx="1514730" cy="11486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</a:rPr>
              <a:t>125,000</a:t>
            </a:r>
          </a:p>
          <a:p>
            <a:pPr algn="ctr"/>
            <a:r>
              <a:rPr lang="en-GB" sz="1200" dirty="0">
                <a:solidFill>
                  <a:prstClr val="white"/>
                </a:solidFill>
              </a:rPr>
              <a:t>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5884" y="2611610"/>
            <a:ext cx="901281" cy="199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prstClr val="white"/>
                </a:solidFill>
              </a:rPr>
              <a:t>Lots of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884" y="3125472"/>
            <a:ext cx="901281" cy="199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prstClr val="white"/>
                </a:solidFill>
              </a:rPr>
              <a:t>Volaris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2208" y="3634483"/>
            <a:ext cx="901281" cy="199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prstClr val="white"/>
                </a:solidFill>
              </a:rPr>
              <a:t>Companies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5289" y="2858587"/>
            <a:ext cx="901281" cy="1997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5885" y="3382653"/>
            <a:ext cx="901281" cy="19970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696066" y="2556775"/>
            <a:ext cx="1740540" cy="115004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</a:rPr>
              <a:t>No.1 </a:t>
            </a:r>
          </a:p>
          <a:p>
            <a:pPr algn="ctr"/>
            <a:r>
              <a:rPr lang="en-GB" sz="1200" dirty="0">
                <a:solidFill>
                  <a:prstClr val="white"/>
                </a:solidFill>
              </a:rPr>
              <a:t>UK Agri-business Software provider</a:t>
            </a:r>
            <a:endParaRPr lang="en-GB" sz="4400" dirty="0">
              <a:solidFill>
                <a:prstClr val="white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97283" y="5131031"/>
            <a:ext cx="1910502" cy="11627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</a:rPr>
              <a:t>&gt;40yrs</a:t>
            </a:r>
          </a:p>
          <a:p>
            <a:pPr algn="ctr"/>
            <a:r>
              <a:rPr lang="en-GB" sz="1200" dirty="0">
                <a:solidFill>
                  <a:prstClr val="white"/>
                </a:solidFill>
              </a:rPr>
              <a:t>Agri Experience</a:t>
            </a:r>
          </a:p>
        </p:txBody>
      </p:sp>
    </p:spTree>
    <p:extLst>
      <p:ext uri="{BB962C8B-B14F-4D97-AF65-F5344CB8AC3E}">
        <p14:creationId xmlns:p14="http://schemas.microsoft.com/office/powerpoint/2010/main" val="1446440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Annual Activities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523731"/>
              </p:ext>
            </p:extLst>
          </p:nvPr>
        </p:nvGraphicFramePr>
        <p:xfrm>
          <a:off x="1114425" y="1143000"/>
          <a:ext cx="7629525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1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304800" y="2161540"/>
            <a:ext cx="1752600" cy="36296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Business Activities</a:t>
            </a:r>
          </a:p>
          <a:p>
            <a:pPr algn="ctr"/>
            <a:r>
              <a:rPr lang="en-GB" dirty="0"/>
              <a:t>generating</a:t>
            </a:r>
          </a:p>
          <a:p>
            <a:pPr algn="ctr"/>
            <a:r>
              <a:rPr lang="en-GB" dirty="0"/>
              <a:t>transactions on the system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crop year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4571296"/>
              </p:ext>
            </p:extLst>
          </p:nvPr>
        </p:nvGraphicFramePr>
        <p:xfrm>
          <a:off x="1114425" y="1143000"/>
          <a:ext cx="7629528" cy="4947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35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Cultivation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Planting/Drilling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Fertiliser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Crop Spraying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Harvest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Soil treatment</a:t>
                      </a:r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Agronomy</a:t>
                      </a:r>
                      <a:r>
                        <a:rPr lang="en-GB" baseline="0" dirty="0"/>
                        <a:t> advice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0" dirty="0"/>
                        <a:t>Grain Movements from Store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algn="ctr"/>
                      <a:r>
                        <a:rPr lang="en-GB" baseline="0" dirty="0"/>
                        <a:t>Imports/ Exports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Seed</a:t>
                      </a:r>
                      <a:r>
                        <a:rPr lang="en-GB" baseline="0" dirty="0"/>
                        <a:t> sales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algn="ctr"/>
                      <a:r>
                        <a:rPr lang="en-GB" baseline="0" dirty="0"/>
                        <a:t>Ag </a:t>
                      </a:r>
                      <a:r>
                        <a:rPr lang="en-GB" baseline="0" dirty="0" err="1"/>
                        <a:t>Chem</a:t>
                      </a:r>
                      <a:r>
                        <a:rPr lang="en-GB" baseline="0" dirty="0"/>
                        <a:t> rebates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algn="ctr"/>
                      <a:r>
                        <a:rPr lang="en-GB" baseline="0" dirty="0"/>
                        <a:t>Pool payments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algn="ctr"/>
                      <a:r>
                        <a:rPr lang="en-GB" baseline="0" dirty="0"/>
                        <a:t>Grain Movements from Store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0" dirty="0"/>
                        <a:t>Imports/ Exports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Fert</a:t>
                      </a:r>
                      <a:r>
                        <a:rPr lang="en-GB" dirty="0"/>
                        <a:t> sales</a:t>
                      </a:r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Grain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Movements from Store</a:t>
                      </a:r>
                    </a:p>
                    <a:p>
                      <a:pPr algn="ctr"/>
                      <a:endParaRPr lang="en-GB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0" dirty="0"/>
                        <a:t>Imports/ Exports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Ag </a:t>
                      </a:r>
                      <a:r>
                        <a:rPr lang="en-GB" dirty="0" err="1"/>
                        <a:t>Chem</a:t>
                      </a:r>
                      <a:r>
                        <a:rPr lang="en-GB" dirty="0"/>
                        <a:t> Sales</a:t>
                      </a:r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Crop marketing</a:t>
                      </a:r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Crop</a:t>
                      </a:r>
                      <a:r>
                        <a:rPr lang="en-GB" baseline="0" dirty="0"/>
                        <a:t> inspections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algn="ctr"/>
                      <a:r>
                        <a:rPr lang="en-GB" baseline="0" dirty="0"/>
                        <a:t>Pool Payments</a:t>
                      </a:r>
                    </a:p>
                    <a:p>
                      <a:pPr algn="ctr"/>
                      <a:endParaRPr lang="en-GB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Grain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Movements from Store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0" dirty="0"/>
                        <a:t>Imports/ Exports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Intake Logistics</a:t>
                      </a:r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Intake sampling</a:t>
                      </a:r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Contracting</a:t>
                      </a:r>
                    </a:p>
                    <a:p>
                      <a:pPr algn="ctr"/>
                      <a:endParaRPr lang="en-GB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Grain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Movements from Store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0" dirty="0"/>
                        <a:t>Imports/ Exports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02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Enterprise Products and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Cultura Authored</a:t>
            </a:r>
          </a:p>
          <a:p>
            <a:pPr lvl="1"/>
            <a:r>
              <a:rPr lang="en-GB" dirty="0"/>
              <a:t>Compac Gold</a:t>
            </a:r>
          </a:p>
          <a:p>
            <a:pPr lvl="1"/>
            <a:r>
              <a:rPr lang="en-GB" dirty="0"/>
              <a:t>Generation</a:t>
            </a:r>
          </a:p>
          <a:p>
            <a:pPr lvl="1"/>
            <a:r>
              <a:rPr lang="en-GB" dirty="0"/>
              <a:t>CDK</a:t>
            </a:r>
          </a:p>
          <a:p>
            <a:pPr lvl="1"/>
            <a:r>
              <a:rPr lang="en-GB" dirty="0"/>
              <a:t>Inteletrade</a:t>
            </a:r>
          </a:p>
          <a:p>
            <a:pPr lvl="1"/>
            <a:r>
              <a:rPr lang="en-GB" dirty="0"/>
              <a:t>Workflow</a:t>
            </a:r>
          </a:p>
          <a:p>
            <a:pPr lvl="1"/>
            <a:r>
              <a:rPr lang="en-GB" dirty="0"/>
              <a:t>Gold-</a:t>
            </a:r>
            <a:r>
              <a:rPr lang="en-GB" dirty="0" err="1"/>
              <a:t>digga</a:t>
            </a:r>
            <a:endParaRPr lang="en-GB" dirty="0"/>
          </a:p>
          <a:p>
            <a:pPr lvl="1"/>
            <a:r>
              <a:rPr lang="en-GB" dirty="0"/>
              <a:t>Message Router</a:t>
            </a:r>
          </a:p>
          <a:p>
            <a:pPr lvl="1"/>
            <a:r>
              <a:rPr lang="en-GB" dirty="0" err="1"/>
              <a:t>DocStore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Party Authored</a:t>
            </a:r>
          </a:p>
          <a:p>
            <a:pPr lvl="1"/>
            <a:r>
              <a:rPr lang="en-GB" dirty="0"/>
              <a:t>OpenAccounts (Advanced Business Partners) for AR, AP, GL</a:t>
            </a:r>
          </a:p>
          <a:p>
            <a:pPr lvl="1"/>
            <a:r>
              <a:rPr lang="en-GB" dirty="0"/>
              <a:t>Crystal Reports (SAP) for reporting from Compac Gold and Generation</a:t>
            </a:r>
          </a:p>
          <a:p>
            <a:pPr lvl="1"/>
            <a:r>
              <a:rPr lang="en-GB" dirty="0" err="1"/>
              <a:t>Corvu</a:t>
            </a:r>
            <a:r>
              <a:rPr lang="en-GB" dirty="0"/>
              <a:t> (Rocket Software) a BI tool that allows data cubing and reporting</a:t>
            </a:r>
          </a:p>
          <a:p>
            <a:pPr lvl="1"/>
            <a:r>
              <a:rPr lang="en-GB" dirty="0" err="1"/>
              <a:t>ScanToPDF</a:t>
            </a:r>
            <a:r>
              <a:rPr lang="en-GB" dirty="0"/>
              <a:t> (</a:t>
            </a:r>
            <a:r>
              <a:rPr lang="en-GB" dirty="0" err="1"/>
              <a:t>ScanToPDF</a:t>
            </a:r>
            <a:r>
              <a:rPr lang="en-GB" dirty="0"/>
              <a:t>) a TWAIN-compliant scanning solution for </a:t>
            </a:r>
            <a:r>
              <a:rPr lang="en-GB" dirty="0" err="1"/>
              <a:t>DocStore</a:t>
            </a:r>
            <a:endParaRPr lang="en-GB" dirty="0"/>
          </a:p>
        </p:txBody>
      </p:sp>
      <p:grpSp>
        <p:nvGrpSpPr>
          <p:cNvPr id="9" name="Group 8"/>
          <p:cNvGrpSpPr/>
          <p:nvPr/>
        </p:nvGrpSpPr>
        <p:grpSpPr>
          <a:xfrm>
            <a:off x="4495800" y="1447800"/>
            <a:ext cx="3505200" cy="2148681"/>
            <a:chOff x="3733800" y="1447800"/>
            <a:chExt cx="3505200" cy="2148681"/>
          </a:xfrm>
        </p:grpSpPr>
        <p:sp>
          <p:nvSpPr>
            <p:cNvPr id="7" name="Flowchart: Merge 6"/>
            <p:cNvSpPr/>
            <p:nvPr/>
          </p:nvSpPr>
          <p:spPr>
            <a:xfrm>
              <a:off x="3733800" y="1447800"/>
              <a:ext cx="2133600" cy="2133600"/>
            </a:xfrm>
            <a:prstGeom prst="flowChartMerg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Frontier</a:t>
              </a:r>
            </a:p>
            <a:p>
              <a:pPr algn="ctr"/>
              <a:r>
                <a:rPr lang="en-GB" sz="1600" dirty="0"/>
                <a:t>Openfield</a:t>
              </a:r>
              <a:endParaRPr lang="en-GB" dirty="0"/>
            </a:p>
            <a:p>
              <a:pPr algn="ctr"/>
              <a:r>
                <a:rPr lang="en-GB" sz="1000" dirty="0"/>
                <a:t>Simpsons</a:t>
              </a:r>
              <a:endParaRPr lang="en-GB" dirty="0"/>
            </a:p>
            <a:p>
              <a:pPr algn="ctr"/>
              <a:r>
                <a:rPr lang="en-GB" sz="800" dirty="0"/>
                <a:t>AB </a:t>
              </a:r>
              <a:r>
                <a:rPr lang="en-GB" sz="800" dirty="0" err="1"/>
                <a:t>Agri</a:t>
              </a:r>
              <a:endParaRPr lang="en-GB" sz="800" dirty="0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5105400" y="1447800"/>
              <a:ext cx="2133600" cy="2148681"/>
            </a:xfrm>
            <a:prstGeom prst="triangl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AB </a:t>
              </a:r>
              <a:r>
                <a:rPr lang="en-GB" sz="2400" dirty="0" err="1"/>
                <a:t>Agri</a:t>
              </a:r>
              <a:endParaRPr lang="en-GB" sz="2400" dirty="0"/>
            </a:p>
            <a:p>
              <a:pPr algn="ctr"/>
              <a:r>
                <a:rPr lang="en-GB" sz="1050" dirty="0"/>
                <a:t>Frontier</a:t>
              </a:r>
            </a:p>
            <a:p>
              <a:pPr algn="ctr"/>
              <a:r>
                <a:rPr lang="en-GB" sz="500" dirty="0"/>
                <a:t>Openfield</a:t>
              </a:r>
            </a:p>
            <a:p>
              <a:pPr algn="ctr"/>
              <a:r>
                <a:rPr lang="en-GB" sz="400" dirty="0"/>
                <a:t>Simpsons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96840" y="1143000"/>
            <a:ext cx="18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Cash from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772" y="35814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Company Size</a:t>
            </a:r>
          </a:p>
        </p:txBody>
      </p:sp>
    </p:spTree>
    <p:extLst>
      <p:ext uri="{BB962C8B-B14F-4D97-AF65-F5344CB8AC3E}">
        <p14:creationId xmlns:p14="http://schemas.microsoft.com/office/powerpoint/2010/main" val="59973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000287257"/>
              </p:ext>
            </p:extLst>
          </p:nvPr>
        </p:nvGraphicFramePr>
        <p:xfrm>
          <a:off x="381000" y="914399"/>
          <a:ext cx="8318500" cy="2709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3219450" y="3149156"/>
            <a:ext cx="2743200" cy="276999"/>
            <a:chOff x="1154471" y="3405092"/>
            <a:chExt cx="3657600" cy="369332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154471" y="3589757"/>
              <a:ext cx="3657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146614" y="3405092"/>
              <a:ext cx="18288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prstClr val="black"/>
                  </a:solidFill>
                  <a:latin typeface="Franklin Gothic Book"/>
                </a:rPr>
                <a:t>Product Portfolio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500" dirty="0"/>
              <a:t>UK Agri-Business Solutions Value Chain &amp; Product Portfolio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5CD0B-3CAB-4F0A-BFCC-595272889517}" type="slidenum">
              <a:rPr lang="en-US" smtClean="0">
                <a:solidFill>
                  <a:srgbClr val="00723F"/>
                </a:solidFill>
              </a:rPr>
              <a:pPr/>
              <a:t>6</a:t>
            </a:fld>
            <a:endParaRPr lang="en-US">
              <a:solidFill>
                <a:srgbClr val="00723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4835" y="4770120"/>
            <a:ext cx="1096466" cy="3883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Inteletrade</a:t>
            </a:r>
          </a:p>
          <a:p>
            <a:pPr algn="ctr"/>
            <a:r>
              <a:rPr lang="en-US" sz="600" dirty="0">
                <a:solidFill>
                  <a:prstClr val="black"/>
                </a:solidFill>
                <a:latin typeface="Franklin Gothic Book"/>
              </a:rPr>
              <a:t>(Cropping and field stats, Trading portals)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3159" y="3387399"/>
            <a:ext cx="1118115" cy="7935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Generation</a:t>
            </a:r>
          </a:p>
          <a:p>
            <a:pPr algn="ctr"/>
            <a:r>
              <a:rPr lang="en-US" sz="700" dirty="0">
                <a:solidFill>
                  <a:prstClr val="black"/>
                </a:solidFill>
                <a:latin typeface="Franklin Gothic Book"/>
              </a:rPr>
              <a:t>(Seed, Crop Protection, Multiplication and Certification)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0648" y="4018128"/>
            <a:ext cx="1124650" cy="36228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prstClr val="black"/>
                </a:solidFill>
                <a:latin typeface="Franklin Gothic Book"/>
              </a:rPr>
              <a:t>Direct Scale integration</a:t>
            </a:r>
          </a:p>
          <a:p>
            <a:pPr algn="ctr"/>
            <a:r>
              <a:rPr lang="en-US" sz="600" dirty="0">
                <a:solidFill>
                  <a:prstClr val="black"/>
                </a:solidFill>
                <a:latin typeface="Franklin Gothic Book"/>
              </a:rPr>
              <a:t>(Platform)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9254" y="4496193"/>
            <a:ext cx="1124650" cy="315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Workflow</a:t>
            </a:r>
            <a:endParaRPr lang="en-US" sz="900" dirty="0">
              <a:solidFill>
                <a:prstClr val="black"/>
              </a:solidFill>
              <a:latin typeface="Franklin Gothic Book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59254" y="3395915"/>
            <a:ext cx="4560570" cy="501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Compac Gold</a:t>
            </a:r>
          </a:p>
          <a:p>
            <a:pPr algn="ctr"/>
            <a:r>
              <a:rPr lang="en-US" sz="825" dirty="0">
                <a:solidFill>
                  <a:prstClr val="black"/>
                </a:solidFill>
                <a:latin typeface="Franklin Gothic Book"/>
              </a:rPr>
              <a:t>Transport and Logistics, Commodity Management, CRM Trading, Processing and Production, Retail/POS,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823" y="4237463"/>
            <a:ext cx="1108142" cy="46422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Compac Gold</a:t>
            </a:r>
          </a:p>
          <a:p>
            <a:pPr algn="ctr"/>
            <a:r>
              <a:rPr lang="en-US" sz="700" dirty="0">
                <a:solidFill>
                  <a:prstClr val="black"/>
                </a:solidFill>
                <a:latin typeface="Franklin Gothic Book"/>
              </a:rPr>
              <a:t>(Seed, Fertilizer, </a:t>
            </a:r>
          </a:p>
          <a:p>
            <a:pPr algn="ctr"/>
            <a:r>
              <a:rPr lang="en-US" sz="700" dirty="0">
                <a:solidFill>
                  <a:prstClr val="black"/>
                </a:solidFill>
                <a:latin typeface="Franklin Gothic Book"/>
              </a:rPr>
              <a:t>Crop protection)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54672" y="4012758"/>
            <a:ext cx="1028700" cy="2743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Warehouse</a:t>
            </a:r>
            <a:endParaRPr lang="en-US" sz="825" dirty="0">
              <a:solidFill>
                <a:prstClr val="black"/>
              </a:solidFill>
              <a:latin typeface="Franklin Gothic Book"/>
            </a:endParaRPr>
          </a:p>
          <a:p>
            <a:pPr algn="ctr"/>
            <a:r>
              <a:rPr lang="en-US" sz="600" dirty="0">
                <a:solidFill>
                  <a:prstClr val="black"/>
                </a:solidFill>
                <a:latin typeface="Franklin Gothic Book"/>
              </a:rPr>
              <a:t>(Pallet tracking/labelling)</a:t>
            </a:r>
            <a:endParaRPr lang="en-US" sz="675" dirty="0">
              <a:solidFill>
                <a:prstClr val="black"/>
              </a:solidFill>
              <a:latin typeface="Franklin Gothic Book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14808" y="5251032"/>
            <a:ext cx="1096466" cy="3170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Document 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808" y="5648304"/>
            <a:ext cx="8095217" cy="546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Integration and Solution Services</a:t>
            </a:r>
          </a:p>
          <a:p>
            <a:pPr algn="ctr"/>
            <a:r>
              <a:rPr lang="en-US" sz="825" dirty="0">
                <a:solidFill>
                  <a:prstClr val="black"/>
                </a:solidFill>
                <a:latin typeface="Franklin Gothic Book"/>
              </a:rPr>
              <a:t>Message Router, Bespoke Application Development, Application APIs, Strategic Consultancy (</a:t>
            </a:r>
            <a:r>
              <a:rPr lang="en-US" sz="825" dirty="0" err="1">
                <a:solidFill>
                  <a:prstClr val="black"/>
                </a:solidFill>
                <a:latin typeface="Franklin Gothic Book"/>
              </a:rPr>
              <a:t>Mulesoft</a:t>
            </a:r>
            <a:r>
              <a:rPr lang="en-US" sz="825" dirty="0">
                <a:solidFill>
                  <a:prstClr val="black"/>
                </a:solidFill>
                <a:latin typeface="Franklin Gothic Book"/>
              </a:rPr>
              <a:t> Platform)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27773" y="3374081"/>
            <a:ext cx="1096466" cy="3883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Inteletrade</a:t>
            </a:r>
          </a:p>
          <a:p>
            <a:pPr algn="ctr"/>
            <a:r>
              <a:rPr lang="en-US" sz="600" dirty="0">
                <a:solidFill>
                  <a:prstClr val="black"/>
                </a:solidFill>
                <a:latin typeface="Franklin Gothic Book"/>
              </a:rPr>
              <a:t>(Cropping and field stats, Trading portals)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42007" y="4423203"/>
            <a:ext cx="1096466" cy="3883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Inteletrade</a:t>
            </a:r>
            <a:endParaRPr lang="en-US" sz="900" dirty="0">
              <a:solidFill>
                <a:prstClr val="black"/>
              </a:solidFill>
              <a:latin typeface="Franklin Gothic Book"/>
            </a:endParaRPr>
          </a:p>
          <a:p>
            <a:pPr algn="ctr"/>
            <a:r>
              <a:rPr lang="en-US" sz="600" dirty="0">
                <a:solidFill>
                  <a:prstClr val="black"/>
                </a:solidFill>
                <a:latin typeface="Franklin Gothic Book"/>
              </a:rPr>
              <a:t>(Cropping and field stats, Trading portals)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42007" y="4011637"/>
            <a:ext cx="1096466" cy="3170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prstClr val="black"/>
                </a:solidFill>
                <a:latin typeface="Franklin Gothic Book"/>
              </a:rPr>
              <a:t>Document Storage</a:t>
            </a:r>
          </a:p>
        </p:txBody>
      </p:sp>
    </p:spTree>
    <p:extLst>
      <p:ext uri="{BB962C8B-B14F-4D97-AF65-F5344CB8AC3E}">
        <p14:creationId xmlns:p14="http://schemas.microsoft.com/office/powerpoint/2010/main" val="2775744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ltura">
      <a:dk1>
        <a:sysClr val="windowText" lastClr="000000"/>
      </a:dk1>
      <a:lt1>
        <a:sysClr val="window" lastClr="FFFFFF"/>
      </a:lt1>
      <a:dk2>
        <a:srgbClr val="00723F"/>
      </a:dk2>
      <a:lt2>
        <a:srgbClr val="EEECE1"/>
      </a:lt2>
      <a:accent1>
        <a:srgbClr val="00723F"/>
      </a:accent1>
      <a:accent2>
        <a:srgbClr val="00A18E"/>
      </a:accent2>
      <a:accent3>
        <a:srgbClr val="8CC63F"/>
      </a:accent3>
      <a:accent4>
        <a:srgbClr val="7BCCC0"/>
      </a:accent4>
      <a:accent5>
        <a:srgbClr val="008651"/>
      </a:accent5>
      <a:accent6>
        <a:srgbClr val="004224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ltura">
      <a:dk1>
        <a:sysClr val="windowText" lastClr="000000"/>
      </a:dk1>
      <a:lt1>
        <a:sysClr val="window" lastClr="FFFFFF"/>
      </a:lt1>
      <a:dk2>
        <a:srgbClr val="00723F"/>
      </a:dk2>
      <a:lt2>
        <a:srgbClr val="EEECE1"/>
      </a:lt2>
      <a:accent1>
        <a:srgbClr val="00723F"/>
      </a:accent1>
      <a:accent2>
        <a:srgbClr val="00A18E"/>
      </a:accent2>
      <a:accent3>
        <a:srgbClr val="8CC63F"/>
      </a:accent3>
      <a:accent4>
        <a:srgbClr val="7BCCC0"/>
      </a:accent4>
      <a:accent5>
        <a:srgbClr val="008651"/>
      </a:accent5>
      <a:accent6>
        <a:srgbClr val="004224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Cultura">
      <a:dk1>
        <a:sysClr val="windowText" lastClr="000000"/>
      </a:dk1>
      <a:lt1>
        <a:sysClr val="window" lastClr="FFFFFF"/>
      </a:lt1>
      <a:dk2>
        <a:srgbClr val="00723F"/>
      </a:dk2>
      <a:lt2>
        <a:srgbClr val="EEECE1"/>
      </a:lt2>
      <a:accent1>
        <a:srgbClr val="00723F"/>
      </a:accent1>
      <a:accent2>
        <a:srgbClr val="00A18E"/>
      </a:accent2>
      <a:accent3>
        <a:srgbClr val="8CC63F"/>
      </a:accent3>
      <a:accent4>
        <a:srgbClr val="7BCCC0"/>
      </a:accent4>
      <a:accent5>
        <a:srgbClr val="008651"/>
      </a:accent5>
      <a:accent6>
        <a:srgbClr val="004224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ltura Enterprise">
  <a:themeElements>
    <a:clrScheme name="Cultura">
      <a:dk1>
        <a:sysClr val="windowText" lastClr="000000"/>
      </a:dk1>
      <a:lt1>
        <a:sysClr val="window" lastClr="FFFFFF"/>
      </a:lt1>
      <a:dk2>
        <a:srgbClr val="00723F"/>
      </a:dk2>
      <a:lt2>
        <a:srgbClr val="EEECE1"/>
      </a:lt2>
      <a:accent1>
        <a:srgbClr val="00723F"/>
      </a:accent1>
      <a:accent2>
        <a:srgbClr val="00A18E"/>
      </a:accent2>
      <a:accent3>
        <a:srgbClr val="8CC63F"/>
      </a:accent3>
      <a:accent4>
        <a:srgbClr val="7BCCC0"/>
      </a:accent4>
      <a:accent5>
        <a:srgbClr val="008651"/>
      </a:accent5>
      <a:accent6>
        <a:srgbClr val="004224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ltura Enterprise" id="{9E1C441C-D704-4410-8400-7B03F493BC37}" vid="{C22CF8D8-E320-49F9-91C2-7605348DA577}"/>
    </a:ext>
  </a:extLst>
</a:theme>
</file>

<file path=ppt/theme/theme5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5F80B30DD8B148A70002CD96EE7C97" ma:contentTypeVersion="4" ma:contentTypeDescription="Create a new document." ma:contentTypeScope="" ma:versionID="0a6f25e281c66508223e01d7f498748f">
  <xsd:schema xmlns:xsd="http://www.w3.org/2001/XMLSchema" xmlns:xs="http://www.w3.org/2001/XMLSchema" xmlns:p="http://schemas.microsoft.com/office/2006/metadata/properties" xmlns:ns2="9d85d6fc-5da3-490c-84ee-9d0ac3c9ba99" xmlns:ns3="8a83ef69-6f4a-46da-93fd-d4dc322dbd34" targetNamespace="http://schemas.microsoft.com/office/2006/metadata/properties" ma:root="true" ma:fieldsID="f1ee42f5a65c4e1c2e02b5125cd69674" ns2:_="" ns3:_="">
    <xsd:import namespace="9d85d6fc-5da3-490c-84ee-9d0ac3c9ba99"/>
    <xsd:import namespace="8a83ef69-6f4a-46da-93fd-d4dc322dbd34"/>
    <xsd:element name="properties">
      <xsd:complexType>
        <xsd:sequence>
          <xsd:element name="documentManagement">
            <xsd:complexType>
              <xsd:all>
                <xsd:element ref="ns2:Region" minOccurs="0"/>
                <xsd:element ref="ns2:Language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5d6fc-5da3-490c-84ee-9d0ac3c9ba99" elementFormDefault="qualified">
    <xsd:import namespace="http://schemas.microsoft.com/office/2006/documentManagement/types"/>
    <xsd:import namespace="http://schemas.microsoft.com/office/infopath/2007/PartnerControls"/>
    <xsd:element name="Region" ma:index="8" nillable="true" ma:displayName="Region" ma:default="Select" ma:format="Dropdown" ma:internalName="Region">
      <xsd:simpleType>
        <xsd:restriction base="dms:Choice">
          <xsd:enumeration value="Select"/>
          <xsd:enumeration value="NA"/>
          <xsd:enumeration value="UK"/>
        </xsd:restriction>
      </xsd:simpleType>
    </xsd:element>
    <xsd:element name="Language" ma:index="9" nillable="true" ma:displayName="Language" ma:default="American English" ma:format="Dropdown" ma:internalName="Language">
      <xsd:simpleType>
        <xsd:restriction base="dms:Choice">
          <xsd:enumeration value="American English"/>
          <xsd:enumeration value="English"/>
          <xsd:enumeration value="Danish"/>
          <xsd:enumeration value="French"/>
          <xsd:enumeration value="German"/>
          <xsd:enumeration value="Italian"/>
          <xsd:enumeration value="Portuguese"/>
          <xsd:enumeration value="Russian"/>
          <xsd:enumeration value="Spanish"/>
          <xsd:enumeration value="Ukrainia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3ef69-6f4a-46da-93fd-d4dc322dbd34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9d85d6fc-5da3-490c-84ee-9d0ac3c9ba99">American English</Language>
    <Region xmlns="9d85d6fc-5da3-490c-84ee-9d0ac3c9ba99">Select</Region>
    <_dlc_DocId xmlns="8a83ef69-6f4a-46da-93fd-d4dc322dbd34">4CFUM344U5X2-357-19</_dlc_DocId>
    <_dlc_DocIdUrl xmlns="8a83ef69-6f4a-46da-93fd-d4dc322dbd34">
      <Url>https://www.ourvolaris.com/sites/Companies/Cultura/Central/Marketing/_layouts/15/DocIdRedir.aspx?ID=4CFUM344U5X2-357-19</Url>
      <Description>4CFUM344U5X2-357-19</Description>
    </_dlc_DocIdUrl>
  </documentManagement>
</p:properties>
</file>

<file path=customXml/itemProps1.xml><?xml version="1.0" encoding="utf-8"?>
<ds:datastoreItem xmlns:ds="http://schemas.openxmlformats.org/officeDocument/2006/customXml" ds:itemID="{1AA68B40-B074-4793-9715-E1EC7F560B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85d6fc-5da3-490c-84ee-9d0ac3c9ba99"/>
    <ds:schemaRef ds:uri="8a83ef69-6f4a-46da-93fd-d4dc322dbd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8CE0E9-8D11-4BF6-A5CF-570765059E68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FF3F193-1A63-4DDD-85C3-D7D80E1F9C1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5E5EA64-2788-4176-8A4A-59F78DCBBB5B}">
  <ds:schemaRefs>
    <ds:schemaRef ds:uri="http://schemas.microsoft.com/office/2006/metadata/properties"/>
    <ds:schemaRef ds:uri="http://purl.org/dc/elements/1.1/"/>
    <ds:schemaRef ds:uri="8a83ef69-6f4a-46da-93fd-d4dc322dbd3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9d85d6fc-5da3-490c-84ee-9d0ac3c9ba9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547</Words>
  <Application>Microsoft Office PowerPoint</Application>
  <PresentationFormat>On-screen Show (4:3)</PresentationFormat>
  <Paragraphs>191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Franklin Gothic Book</vt:lpstr>
      <vt:lpstr>Perpetua</vt:lpstr>
      <vt:lpstr>Office Theme</vt:lpstr>
      <vt:lpstr>Custom Design</vt:lpstr>
      <vt:lpstr>1_Custom Design</vt:lpstr>
      <vt:lpstr>Cultura Enterprise</vt:lpstr>
      <vt:lpstr>1_Office Theme</vt:lpstr>
      <vt:lpstr>Cultura Enterprise Group  High Level Overview</vt:lpstr>
      <vt:lpstr>PowerPoint Presentation</vt:lpstr>
      <vt:lpstr>Annual Activities</vt:lpstr>
      <vt:lpstr>The crop year</vt:lpstr>
      <vt:lpstr>Enterprise Products and Customers</vt:lpstr>
      <vt:lpstr>UK Agri-Business Solutions Value Chain &amp; Product Portfolio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title line one Test title line two</dc:title>
  <dc:creator>hihosilvers</dc:creator>
  <cp:lastModifiedBy>Ray Cornwall</cp:lastModifiedBy>
  <cp:revision>69</cp:revision>
  <dcterms:created xsi:type="dcterms:W3CDTF">2011-04-05T13:21:47Z</dcterms:created>
  <dcterms:modified xsi:type="dcterms:W3CDTF">2021-05-21T10:27:19Z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0x010100495F80B30DD8B148A70002CD96EE7C97</vt:lpwstr>
  </property>
  <property fmtid="{D5CDD505-2E9C-101B-9397-08002B2CF9AE}" pid="3" name="_dlc_DocIdItemGuid">
    <vt:lpwstr>3d0b24db-a85d-4b3c-968d-2e222d282887</vt:lpwstr>
  </property>
</Properties>
</file>